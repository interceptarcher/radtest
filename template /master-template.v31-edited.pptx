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 id="2147483678" r:id="rId5"/>
    <p:sldMasterId id="2147483693" r:id="rId6"/>
  </p:sldMasterIdLst>
  <p:notesMasterIdLst>
    <p:notesMasterId r:id="rId21"/>
  </p:notesMasterIdLst>
  <p:sldIdLst>
    <p:sldId id="534" r:id="rId7"/>
    <p:sldId id="258" r:id="rId8"/>
    <p:sldId id="259" r:id="rId9"/>
    <p:sldId id="260" r:id="rId10"/>
    <p:sldId id="261" r:id="rId11"/>
    <p:sldId id="536" r:id="rId12"/>
    <p:sldId id="263" r:id="rId13"/>
    <p:sldId id="2146449561" r:id="rId14"/>
    <p:sldId id="2146449563" r:id="rId15"/>
    <p:sldId id="2146449564" r:id="rId16"/>
    <p:sldId id="2146449565" r:id="rId17"/>
    <p:sldId id="2146449562" r:id="rId18"/>
    <p:sldId id="257" r:id="rId19"/>
    <p:sldId id="528" r:id="rId20"/>
  </p:sldIdLst>
  <p:sldSz cx="9144000" cy="5143500" type="screen16x9"/>
  <p:notesSz cx="5143500" cy="9144000"/>
  <p:embeddedFontLst>
    <p:embeddedFont>
      <p:font typeface="HP Forma DJR Office" pitchFamily="2" charset="0"/>
      <p:regular r:id="rId22"/>
      <p:bold r:id="rId23"/>
      <p:italic r:id="rId24"/>
      <p:boldItalic r:id="rId25"/>
    </p:embeddedFont>
    <p:embeddedFont>
      <p:font typeface="HP Forma DJR Office Medium" pitchFamily="2"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DD0047-BF23-33DE-9BF8-409874DFDC57}" name="Aaron Vardon" initials="AV" userId="S::a.vardon@interceptgroup.com::bbbd1bfc-7867-41ee-968d-4cd239b21397" providerId="AD"/>
  <p188:author id="{817CC74A-3E0F-0F8B-4F79-C40E570505CD}" name="Najma Naveed" initials="NN" userId="S::v-n.naveed@interceptgroup.com::0a9d2d62-657c-4576-a5a2-5463934c4369" providerId="AD"/>
  <p188:author id="{2512125A-00F7-8115-A6BF-96FBE02F941F}" name="Music Juntarattanakamol" initials="MJ" userId="S::v-mujunt@interceptgroup.com::0bb1fc89-72ed-410d-b349-35fd3a8a0c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A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132"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on Vardon" userId="bbbd1bfc-7867-41ee-968d-4cd239b21397" providerId="ADAL" clId="{7ACFD799-A716-483B-BEA5-B3B2E64703F4}"/>
    <pc:docChg chg="undo custSel addSld delSld modSld sldOrd modMainMaster">
      <pc:chgData name="Aaron Vardon" userId="bbbd1bfc-7867-41ee-968d-4cd239b21397" providerId="ADAL" clId="{7ACFD799-A716-483B-BEA5-B3B2E64703F4}" dt="2026-06-16T17:56:10.261" v="710" actId="26606"/>
      <pc:docMkLst>
        <pc:docMk/>
      </pc:docMkLst>
      <pc:sldChg chg="addSp delSp modSp add mod">
        <pc:chgData name="Aaron Vardon" userId="bbbd1bfc-7867-41ee-968d-4cd239b21397" providerId="ADAL" clId="{7ACFD799-A716-483B-BEA5-B3B2E64703F4}" dt="2026-06-16T17:49:21.031" v="696" actId="22"/>
        <pc:sldMkLst>
          <pc:docMk/>
          <pc:sldMk cId="2659372726" sldId="257"/>
        </pc:sldMkLst>
        <pc:spChg chg="add mod">
          <ac:chgData name="Aaron Vardon" userId="bbbd1bfc-7867-41ee-968d-4cd239b21397" providerId="ADAL" clId="{7ACFD799-A716-483B-BEA5-B3B2E64703F4}" dt="2026-06-12T14:24:17.676" v="227" actId="1038"/>
          <ac:spMkLst>
            <pc:docMk/>
            <pc:sldMk cId="2659372726" sldId="257"/>
            <ac:spMk id="2" creationId="{E3C08D88-2987-E0BE-7FB8-D653943E4A6D}"/>
          </ac:spMkLst>
        </pc:spChg>
        <pc:spChg chg="add mod">
          <ac:chgData name="Aaron Vardon" userId="bbbd1bfc-7867-41ee-968d-4cd239b21397" providerId="ADAL" clId="{7ACFD799-A716-483B-BEA5-B3B2E64703F4}" dt="2026-06-12T14:25:13.059" v="233" actId="20577"/>
          <ac:spMkLst>
            <pc:docMk/>
            <pc:sldMk cId="2659372726" sldId="257"/>
            <ac:spMk id="4" creationId="{D1087CDA-669F-517A-92B4-945E82629EF4}"/>
          </ac:spMkLst>
        </pc:spChg>
        <pc:picChg chg="add">
          <ac:chgData name="Aaron Vardon" userId="bbbd1bfc-7867-41ee-968d-4cd239b21397" providerId="ADAL" clId="{7ACFD799-A716-483B-BEA5-B3B2E64703F4}" dt="2026-06-16T17:49:21.031" v="696" actId="22"/>
          <ac:picMkLst>
            <pc:docMk/>
            <pc:sldMk cId="2659372726" sldId="257"/>
            <ac:picMk id="5" creationId="{65AF56A6-D593-2417-ABE5-C72B1D44DE11}"/>
          </ac:picMkLst>
        </pc:picChg>
        <pc:picChg chg="add mod">
          <ac:chgData name="Aaron Vardon" userId="bbbd1bfc-7867-41ee-968d-4cd239b21397" providerId="ADAL" clId="{7ACFD799-A716-483B-BEA5-B3B2E64703F4}" dt="2026-06-12T14:24:51.421" v="231"/>
          <ac:picMkLst>
            <pc:docMk/>
            <pc:sldMk cId="2659372726" sldId="257"/>
            <ac:picMk id="9" creationId="{B5E1E7FE-0289-E016-F294-5C87A24C879C}"/>
          </ac:picMkLst>
        </pc:picChg>
      </pc:sldChg>
      <pc:sldChg chg="modSp mod">
        <pc:chgData name="Aaron Vardon" userId="bbbd1bfc-7867-41ee-968d-4cd239b21397" providerId="ADAL" clId="{7ACFD799-A716-483B-BEA5-B3B2E64703F4}" dt="2026-06-12T14:05:03.182" v="34" actId="20577"/>
        <pc:sldMkLst>
          <pc:docMk/>
          <pc:sldMk cId="0" sldId="258"/>
        </pc:sldMkLst>
        <pc:spChg chg="mod">
          <ac:chgData name="Aaron Vardon" userId="bbbd1bfc-7867-41ee-968d-4cd239b21397" providerId="ADAL" clId="{7ACFD799-A716-483B-BEA5-B3B2E64703F4}" dt="2026-06-12T14:04:38.146" v="23" actId="20577"/>
          <ac:spMkLst>
            <pc:docMk/>
            <pc:sldMk cId="0" sldId="258"/>
            <ac:spMk id="6" creationId="{00000000-0000-0000-0000-000000000000}"/>
          </ac:spMkLst>
        </pc:spChg>
        <pc:spChg chg="mod">
          <ac:chgData name="Aaron Vardon" userId="bbbd1bfc-7867-41ee-968d-4cd239b21397" providerId="ADAL" clId="{7ACFD799-A716-483B-BEA5-B3B2E64703F4}" dt="2026-06-12T14:04:41.351" v="25" actId="20577"/>
          <ac:spMkLst>
            <pc:docMk/>
            <pc:sldMk cId="0" sldId="258"/>
            <ac:spMk id="8" creationId="{00000000-0000-0000-0000-000000000000}"/>
          </ac:spMkLst>
        </pc:spChg>
        <pc:spChg chg="mod">
          <ac:chgData name="Aaron Vardon" userId="bbbd1bfc-7867-41ee-968d-4cd239b21397" providerId="ADAL" clId="{7ACFD799-A716-483B-BEA5-B3B2E64703F4}" dt="2026-06-12T14:04:51.127" v="28" actId="20577"/>
          <ac:spMkLst>
            <pc:docMk/>
            <pc:sldMk cId="0" sldId="258"/>
            <ac:spMk id="10" creationId="{00000000-0000-0000-0000-000000000000}"/>
          </ac:spMkLst>
        </pc:spChg>
        <pc:spChg chg="mod">
          <ac:chgData name="Aaron Vardon" userId="bbbd1bfc-7867-41ee-968d-4cd239b21397" providerId="ADAL" clId="{7ACFD799-A716-483B-BEA5-B3B2E64703F4}" dt="2026-06-12T14:04:56.175" v="30" actId="20577"/>
          <ac:spMkLst>
            <pc:docMk/>
            <pc:sldMk cId="0" sldId="258"/>
            <ac:spMk id="12" creationId="{00000000-0000-0000-0000-000000000000}"/>
          </ac:spMkLst>
        </pc:spChg>
        <pc:spChg chg="mod">
          <ac:chgData name="Aaron Vardon" userId="bbbd1bfc-7867-41ee-968d-4cd239b21397" providerId="ADAL" clId="{7ACFD799-A716-483B-BEA5-B3B2E64703F4}" dt="2026-06-12T14:04:59.487" v="32" actId="20577"/>
          <ac:spMkLst>
            <pc:docMk/>
            <pc:sldMk cId="0" sldId="258"/>
            <ac:spMk id="14" creationId="{00000000-0000-0000-0000-000000000000}"/>
          </ac:spMkLst>
        </pc:spChg>
        <pc:spChg chg="mod">
          <ac:chgData name="Aaron Vardon" userId="bbbd1bfc-7867-41ee-968d-4cd239b21397" providerId="ADAL" clId="{7ACFD799-A716-483B-BEA5-B3B2E64703F4}" dt="2026-06-12T14:05:03.182" v="34" actId="20577"/>
          <ac:spMkLst>
            <pc:docMk/>
            <pc:sldMk cId="0" sldId="258"/>
            <ac:spMk id="16" creationId="{00000000-0000-0000-0000-000000000000}"/>
          </ac:spMkLst>
        </pc:spChg>
      </pc:sldChg>
      <pc:sldChg chg="modSp mod">
        <pc:chgData name="Aaron Vardon" userId="bbbd1bfc-7867-41ee-968d-4cd239b21397" providerId="ADAL" clId="{7ACFD799-A716-483B-BEA5-B3B2E64703F4}" dt="2026-06-12T14:06:01.768" v="55" actId="20577"/>
        <pc:sldMkLst>
          <pc:docMk/>
          <pc:sldMk cId="0" sldId="259"/>
        </pc:sldMkLst>
        <pc:spChg chg="mod">
          <ac:chgData name="Aaron Vardon" userId="bbbd1bfc-7867-41ee-968d-4cd239b21397" providerId="ADAL" clId="{7ACFD799-A716-483B-BEA5-B3B2E64703F4}" dt="2026-06-12T14:05:11.406" v="37" actId="20577"/>
          <ac:spMkLst>
            <pc:docMk/>
            <pc:sldMk cId="0" sldId="259"/>
            <ac:spMk id="5" creationId="{00000000-0000-0000-0000-000000000000}"/>
          </ac:spMkLst>
        </pc:spChg>
        <pc:spChg chg="mod">
          <ac:chgData name="Aaron Vardon" userId="bbbd1bfc-7867-41ee-968d-4cd239b21397" providerId="ADAL" clId="{7ACFD799-A716-483B-BEA5-B3B2E64703F4}" dt="2026-06-12T14:05:14.279" v="39" actId="20577"/>
          <ac:spMkLst>
            <pc:docMk/>
            <pc:sldMk cId="0" sldId="259"/>
            <ac:spMk id="6" creationId="{00000000-0000-0000-0000-000000000000}"/>
          </ac:spMkLst>
        </pc:spChg>
        <pc:spChg chg="mod">
          <ac:chgData name="Aaron Vardon" userId="bbbd1bfc-7867-41ee-968d-4cd239b21397" providerId="ADAL" clId="{7ACFD799-A716-483B-BEA5-B3B2E64703F4}" dt="2026-06-12T14:05:21.007" v="42" actId="20577"/>
          <ac:spMkLst>
            <pc:docMk/>
            <pc:sldMk cId="0" sldId="259"/>
            <ac:spMk id="8" creationId="{00000000-0000-0000-0000-000000000000}"/>
          </ac:spMkLst>
        </pc:spChg>
        <pc:spChg chg="mod">
          <ac:chgData name="Aaron Vardon" userId="bbbd1bfc-7867-41ee-968d-4cd239b21397" providerId="ADAL" clId="{7ACFD799-A716-483B-BEA5-B3B2E64703F4}" dt="2026-06-12T14:05:27.566" v="44" actId="20577"/>
          <ac:spMkLst>
            <pc:docMk/>
            <pc:sldMk cId="0" sldId="259"/>
            <ac:spMk id="9" creationId="{00000000-0000-0000-0000-000000000000}"/>
          </ac:spMkLst>
        </pc:spChg>
        <pc:spChg chg="mod">
          <ac:chgData name="Aaron Vardon" userId="bbbd1bfc-7867-41ee-968d-4cd239b21397" providerId="ADAL" clId="{7ACFD799-A716-483B-BEA5-B3B2E64703F4}" dt="2026-06-12T14:05:31.688" v="47" actId="20577"/>
          <ac:spMkLst>
            <pc:docMk/>
            <pc:sldMk cId="0" sldId="259"/>
            <ac:spMk id="11" creationId="{00000000-0000-0000-0000-000000000000}"/>
          </ac:spMkLst>
        </pc:spChg>
        <pc:spChg chg="mod">
          <ac:chgData name="Aaron Vardon" userId="bbbd1bfc-7867-41ee-968d-4cd239b21397" providerId="ADAL" clId="{7ACFD799-A716-483B-BEA5-B3B2E64703F4}" dt="2026-06-12T14:05:39.658" v="49" actId="20577"/>
          <ac:spMkLst>
            <pc:docMk/>
            <pc:sldMk cId="0" sldId="259"/>
            <ac:spMk id="12" creationId="{00000000-0000-0000-0000-000000000000}"/>
          </ac:spMkLst>
        </pc:spChg>
        <pc:spChg chg="mod">
          <ac:chgData name="Aaron Vardon" userId="bbbd1bfc-7867-41ee-968d-4cd239b21397" providerId="ADAL" clId="{7ACFD799-A716-483B-BEA5-B3B2E64703F4}" dt="2026-06-12T14:06:01.768" v="55" actId="20577"/>
          <ac:spMkLst>
            <pc:docMk/>
            <pc:sldMk cId="0" sldId="259"/>
            <ac:spMk id="15" creationId="{00000000-0000-0000-0000-000000000000}"/>
          </ac:spMkLst>
        </pc:spChg>
        <pc:spChg chg="mod">
          <ac:chgData name="Aaron Vardon" userId="bbbd1bfc-7867-41ee-968d-4cd239b21397" providerId="ADAL" clId="{7ACFD799-A716-483B-BEA5-B3B2E64703F4}" dt="2026-06-12T14:05:49.168" v="51" actId="20577"/>
          <ac:spMkLst>
            <pc:docMk/>
            <pc:sldMk cId="0" sldId="259"/>
            <ac:spMk id="16" creationId="{00000000-0000-0000-0000-000000000000}"/>
          </ac:spMkLst>
        </pc:spChg>
        <pc:spChg chg="mod">
          <ac:chgData name="Aaron Vardon" userId="bbbd1bfc-7867-41ee-968d-4cd239b21397" providerId="ADAL" clId="{7ACFD799-A716-483B-BEA5-B3B2E64703F4}" dt="2026-06-12T14:05:54.130" v="53" actId="20577"/>
          <ac:spMkLst>
            <pc:docMk/>
            <pc:sldMk cId="0" sldId="259"/>
            <ac:spMk id="18" creationId="{00000000-0000-0000-0000-000000000000}"/>
          </ac:spMkLst>
        </pc:spChg>
      </pc:sldChg>
      <pc:sldChg chg="modSp mod">
        <pc:chgData name="Aaron Vardon" userId="bbbd1bfc-7867-41ee-968d-4cd239b21397" providerId="ADAL" clId="{7ACFD799-A716-483B-BEA5-B3B2E64703F4}" dt="2026-06-12T14:06:27.454" v="67" actId="20577"/>
        <pc:sldMkLst>
          <pc:docMk/>
          <pc:sldMk cId="0" sldId="260"/>
        </pc:sldMkLst>
        <pc:spChg chg="mod">
          <ac:chgData name="Aaron Vardon" userId="bbbd1bfc-7867-41ee-968d-4cd239b21397" providerId="ADAL" clId="{7ACFD799-A716-483B-BEA5-B3B2E64703F4}" dt="2026-06-12T14:06:11.459" v="57" actId="20577"/>
          <ac:spMkLst>
            <pc:docMk/>
            <pc:sldMk cId="0" sldId="260"/>
            <ac:spMk id="7" creationId="{00000000-0000-0000-0000-000000000000}"/>
          </ac:spMkLst>
        </pc:spChg>
        <pc:spChg chg="mod">
          <ac:chgData name="Aaron Vardon" userId="bbbd1bfc-7867-41ee-968d-4cd239b21397" providerId="ADAL" clId="{7ACFD799-A716-483B-BEA5-B3B2E64703F4}" dt="2026-06-12T14:06:18.950" v="61" actId="20577"/>
          <ac:spMkLst>
            <pc:docMk/>
            <pc:sldMk cId="0" sldId="260"/>
            <ac:spMk id="8" creationId="{00000000-0000-0000-0000-000000000000}"/>
          </ac:spMkLst>
        </pc:spChg>
        <pc:spChg chg="mod">
          <ac:chgData name="Aaron Vardon" userId="bbbd1bfc-7867-41ee-968d-4cd239b21397" providerId="ADAL" clId="{7ACFD799-A716-483B-BEA5-B3B2E64703F4}" dt="2026-06-12T14:06:22.265" v="63" actId="20577"/>
          <ac:spMkLst>
            <pc:docMk/>
            <pc:sldMk cId="0" sldId="260"/>
            <ac:spMk id="10" creationId="{00000000-0000-0000-0000-000000000000}"/>
          </ac:spMkLst>
        </pc:spChg>
        <pc:spChg chg="mod">
          <ac:chgData name="Aaron Vardon" userId="bbbd1bfc-7867-41ee-968d-4cd239b21397" providerId="ADAL" clId="{7ACFD799-A716-483B-BEA5-B3B2E64703F4}" dt="2026-06-12T14:06:27.454" v="67" actId="20577"/>
          <ac:spMkLst>
            <pc:docMk/>
            <pc:sldMk cId="0" sldId="260"/>
            <ac:spMk id="11" creationId="{00000000-0000-0000-0000-000000000000}"/>
          </ac:spMkLst>
        </pc:spChg>
      </pc:sldChg>
      <pc:sldChg chg="modSp mod">
        <pc:chgData name="Aaron Vardon" userId="bbbd1bfc-7867-41ee-968d-4cd239b21397" providerId="ADAL" clId="{7ACFD799-A716-483B-BEA5-B3B2E64703F4}" dt="2026-06-12T14:06:47.527" v="79" actId="20577"/>
        <pc:sldMkLst>
          <pc:docMk/>
          <pc:sldMk cId="0" sldId="261"/>
        </pc:sldMkLst>
        <pc:spChg chg="mod">
          <ac:chgData name="Aaron Vardon" userId="bbbd1bfc-7867-41ee-968d-4cd239b21397" providerId="ADAL" clId="{7ACFD799-A716-483B-BEA5-B3B2E64703F4}" dt="2026-06-12T14:06:38.583" v="73" actId="20577"/>
          <ac:spMkLst>
            <pc:docMk/>
            <pc:sldMk cId="0" sldId="261"/>
            <ac:spMk id="6" creationId="{00000000-0000-0000-0000-000000000000}"/>
          </ac:spMkLst>
        </pc:spChg>
        <pc:spChg chg="mod">
          <ac:chgData name="Aaron Vardon" userId="bbbd1bfc-7867-41ee-968d-4cd239b21397" providerId="ADAL" clId="{7ACFD799-A716-483B-BEA5-B3B2E64703F4}" dt="2026-06-12T14:06:47.527" v="79" actId="20577"/>
          <ac:spMkLst>
            <pc:docMk/>
            <pc:sldMk cId="0" sldId="261"/>
            <ac:spMk id="8" creationId="{00000000-0000-0000-0000-000000000000}"/>
          </ac:spMkLst>
        </pc:spChg>
      </pc:sldChg>
      <pc:sldChg chg="delSp modSp mod">
        <pc:chgData name="Aaron Vardon" userId="bbbd1bfc-7867-41ee-968d-4cd239b21397" providerId="ADAL" clId="{7ACFD799-A716-483B-BEA5-B3B2E64703F4}" dt="2026-06-12T14:18:20.269" v="109" actId="478"/>
        <pc:sldMkLst>
          <pc:docMk/>
          <pc:sldMk cId="0" sldId="263"/>
        </pc:sldMkLst>
        <pc:spChg chg="mod">
          <ac:chgData name="Aaron Vardon" userId="bbbd1bfc-7867-41ee-968d-4cd239b21397" providerId="ADAL" clId="{7ACFD799-A716-483B-BEA5-B3B2E64703F4}" dt="2026-06-12T14:08:15.185" v="82" actId="20577"/>
          <ac:spMkLst>
            <pc:docMk/>
            <pc:sldMk cId="0" sldId="263"/>
            <ac:spMk id="4" creationId="{00000000-0000-0000-0000-000000000000}"/>
          </ac:spMkLst>
        </pc:spChg>
        <pc:spChg chg="mod">
          <ac:chgData name="Aaron Vardon" userId="bbbd1bfc-7867-41ee-968d-4cd239b21397" providerId="ADAL" clId="{7ACFD799-A716-483B-BEA5-B3B2E64703F4}" dt="2026-06-12T14:18:14.709" v="107" actId="20577"/>
          <ac:spMkLst>
            <pc:docMk/>
            <pc:sldMk cId="0" sldId="263"/>
            <ac:spMk id="6" creationId="{00000000-0000-0000-0000-000000000000}"/>
          </ac:spMkLst>
        </pc:spChg>
      </pc:sldChg>
      <pc:sldChg chg="addSp modSp mod">
        <pc:chgData name="Aaron Vardon" userId="bbbd1bfc-7867-41ee-968d-4cd239b21397" providerId="ADAL" clId="{7ACFD799-A716-483B-BEA5-B3B2E64703F4}" dt="2026-06-12T14:04:25.057" v="21" actId="1076"/>
        <pc:sldMkLst>
          <pc:docMk/>
          <pc:sldMk cId="1643001690" sldId="534"/>
        </pc:sldMkLst>
        <pc:spChg chg="mod">
          <ac:chgData name="Aaron Vardon" userId="bbbd1bfc-7867-41ee-968d-4cd239b21397" providerId="ADAL" clId="{7ACFD799-A716-483B-BEA5-B3B2E64703F4}" dt="2026-06-12T14:03:15.535" v="1" actId="20577"/>
          <ac:spMkLst>
            <pc:docMk/>
            <pc:sldMk cId="1643001690" sldId="534"/>
            <ac:spMk id="2" creationId="{0203B062-F30C-A3C5-84DA-48075CA99143}"/>
          </ac:spMkLst>
        </pc:spChg>
        <pc:spChg chg="mod">
          <ac:chgData name="Aaron Vardon" userId="bbbd1bfc-7867-41ee-968d-4cd239b21397" providerId="ADAL" clId="{7ACFD799-A716-483B-BEA5-B3B2E64703F4}" dt="2026-06-12T14:03:19.359" v="3" actId="20577"/>
          <ac:spMkLst>
            <pc:docMk/>
            <pc:sldMk cId="1643001690" sldId="534"/>
            <ac:spMk id="3" creationId="{5713B0EC-C76E-3352-8D43-343BC9806FE6}"/>
          </ac:spMkLst>
        </pc:spChg>
        <pc:spChg chg="mod">
          <ac:chgData name="Aaron Vardon" userId="bbbd1bfc-7867-41ee-968d-4cd239b21397" providerId="ADAL" clId="{7ACFD799-A716-483B-BEA5-B3B2E64703F4}" dt="2026-06-12T14:03:23.039" v="5" actId="20577"/>
          <ac:spMkLst>
            <pc:docMk/>
            <pc:sldMk cId="1643001690" sldId="534"/>
            <ac:spMk id="4" creationId="{32769624-7CD1-A094-5A20-89B061283557}"/>
          </ac:spMkLst>
        </pc:spChg>
        <pc:spChg chg="add mod">
          <ac:chgData name="Aaron Vardon" userId="bbbd1bfc-7867-41ee-968d-4cd239b21397" providerId="ADAL" clId="{7ACFD799-A716-483B-BEA5-B3B2E64703F4}" dt="2026-06-12T14:04:25.057" v="21" actId="1076"/>
          <ac:spMkLst>
            <pc:docMk/>
            <pc:sldMk cId="1643001690" sldId="534"/>
            <ac:spMk id="5" creationId="{AD3154A2-5D1B-A1BF-4F65-E546C98D2F90}"/>
          </ac:spMkLst>
        </pc:spChg>
        <pc:spChg chg="add mod">
          <ac:chgData name="Aaron Vardon" userId="bbbd1bfc-7867-41ee-968d-4cd239b21397" providerId="ADAL" clId="{7ACFD799-A716-483B-BEA5-B3B2E64703F4}" dt="2026-06-12T14:04:21.990" v="20" actId="1076"/>
          <ac:spMkLst>
            <pc:docMk/>
            <pc:sldMk cId="1643001690" sldId="534"/>
            <ac:spMk id="8" creationId="{67FC574F-1AD1-AD28-90C4-D05BB240E761}"/>
          </ac:spMkLst>
        </pc:spChg>
      </pc:sldChg>
      <pc:sldChg chg="add del">
        <pc:chgData name="Aaron Vardon" userId="bbbd1bfc-7867-41ee-968d-4cd239b21397" providerId="ADAL" clId="{7ACFD799-A716-483B-BEA5-B3B2E64703F4}" dt="2026-06-16T17:21:24.460" v="687" actId="47"/>
        <pc:sldMkLst>
          <pc:docMk/>
          <pc:sldMk cId="3199309805" sldId="535"/>
        </pc:sldMkLst>
      </pc:sldChg>
      <pc:sldChg chg="addSp delSp modSp add mod">
        <pc:chgData name="Aaron Vardon" userId="bbbd1bfc-7867-41ee-968d-4cd239b21397" providerId="ADAL" clId="{7ACFD799-A716-483B-BEA5-B3B2E64703F4}" dt="2026-06-16T17:48:50.568" v="690" actId="1036"/>
        <pc:sldMkLst>
          <pc:docMk/>
          <pc:sldMk cId="2702532811" sldId="536"/>
        </pc:sldMkLst>
        <pc:spChg chg="add mod">
          <ac:chgData name="Aaron Vardon" userId="bbbd1bfc-7867-41ee-968d-4cd239b21397" providerId="ADAL" clId="{7ACFD799-A716-483B-BEA5-B3B2E64703F4}" dt="2026-06-12T14:28:04.699" v="238"/>
          <ac:spMkLst>
            <pc:docMk/>
            <pc:sldMk cId="2702532811" sldId="536"/>
            <ac:spMk id="2" creationId="{65712347-0FCD-2648-D7EE-376115F26CAA}"/>
          </ac:spMkLst>
        </pc:spChg>
        <pc:spChg chg="add mod">
          <ac:chgData name="Aaron Vardon" userId="bbbd1bfc-7867-41ee-968d-4cd239b21397" providerId="ADAL" clId="{7ACFD799-A716-483B-BEA5-B3B2E64703F4}" dt="2026-06-12T14:35:28.299" v="313" actId="1582"/>
          <ac:spMkLst>
            <pc:docMk/>
            <pc:sldMk cId="2702532811" sldId="536"/>
            <ac:spMk id="3" creationId="{D329FF50-C9BF-AB0C-C2CE-9BE195C9EC50}"/>
          </ac:spMkLst>
        </pc:spChg>
        <pc:spChg chg="add mod">
          <ac:chgData name="Aaron Vardon" userId="bbbd1bfc-7867-41ee-968d-4cd239b21397" providerId="ADAL" clId="{7ACFD799-A716-483B-BEA5-B3B2E64703F4}" dt="2026-06-12T14:29:10.048" v="247" actId="20577"/>
          <ac:spMkLst>
            <pc:docMk/>
            <pc:sldMk cId="2702532811" sldId="536"/>
            <ac:spMk id="8" creationId="{595C25BA-5B3B-BFA8-9CDC-74A999FB20BA}"/>
          </ac:spMkLst>
        </pc:spChg>
        <pc:spChg chg="add mod">
          <ac:chgData name="Aaron Vardon" userId="bbbd1bfc-7867-41ee-968d-4cd239b21397" providerId="ADAL" clId="{7ACFD799-A716-483B-BEA5-B3B2E64703F4}" dt="2026-06-12T14:29:13.512" v="249" actId="20577"/>
          <ac:spMkLst>
            <pc:docMk/>
            <pc:sldMk cId="2702532811" sldId="536"/>
            <ac:spMk id="13" creationId="{E4F1E220-497B-E821-5A01-596419CB787F}"/>
          </ac:spMkLst>
        </pc:spChg>
        <pc:spChg chg="add mod">
          <ac:chgData name="Aaron Vardon" userId="bbbd1bfc-7867-41ee-968d-4cd239b21397" providerId="ADAL" clId="{7ACFD799-A716-483B-BEA5-B3B2E64703F4}" dt="2026-06-12T14:35:28.299" v="313" actId="1582"/>
          <ac:spMkLst>
            <pc:docMk/>
            <pc:sldMk cId="2702532811" sldId="536"/>
            <ac:spMk id="18" creationId="{D6558DF9-BB10-B6E1-40FF-CA95FEF808BE}"/>
          </ac:spMkLst>
        </pc:spChg>
        <pc:spChg chg="add mod">
          <ac:chgData name="Aaron Vardon" userId="bbbd1bfc-7867-41ee-968d-4cd239b21397" providerId="ADAL" clId="{7ACFD799-A716-483B-BEA5-B3B2E64703F4}" dt="2026-06-12T14:29:16.514" v="251" actId="20577"/>
          <ac:spMkLst>
            <pc:docMk/>
            <pc:sldMk cId="2702532811" sldId="536"/>
            <ac:spMk id="20" creationId="{FAF615EA-483A-E53B-6574-C8DA1B01F224}"/>
          </ac:spMkLst>
        </pc:spChg>
        <pc:spChg chg="add mod">
          <ac:chgData name="Aaron Vardon" userId="bbbd1bfc-7867-41ee-968d-4cd239b21397" providerId="ADAL" clId="{7ACFD799-A716-483B-BEA5-B3B2E64703F4}" dt="2026-06-12T14:29:18.849" v="253" actId="20577"/>
          <ac:spMkLst>
            <pc:docMk/>
            <pc:sldMk cId="2702532811" sldId="536"/>
            <ac:spMk id="21" creationId="{7FDE03E0-625C-3322-CCDF-4F3C32A7E85A}"/>
          </ac:spMkLst>
        </pc:spChg>
        <pc:spChg chg="add mod">
          <ac:chgData name="Aaron Vardon" userId="bbbd1bfc-7867-41ee-968d-4cd239b21397" providerId="ADAL" clId="{7ACFD799-A716-483B-BEA5-B3B2E64703F4}" dt="2026-06-12T14:35:33.362" v="314" actId="1582"/>
          <ac:spMkLst>
            <pc:docMk/>
            <pc:sldMk cId="2702532811" sldId="536"/>
            <ac:spMk id="22" creationId="{A25CDB4B-3099-0791-0BB0-77A672A18B6E}"/>
          </ac:spMkLst>
        </pc:spChg>
        <pc:spChg chg="add mod">
          <ac:chgData name="Aaron Vardon" userId="bbbd1bfc-7867-41ee-968d-4cd239b21397" providerId="ADAL" clId="{7ACFD799-A716-483B-BEA5-B3B2E64703F4}" dt="2026-06-12T14:29:22.047" v="255" actId="20577"/>
          <ac:spMkLst>
            <pc:docMk/>
            <pc:sldMk cId="2702532811" sldId="536"/>
            <ac:spMk id="23" creationId="{5CB1EED3-7C9B-5582-F74D-E82986AD047B}"/>
          </ac:spMkLst>
        </pc:spChg>
        <pc:spChg chg="add mod">
          <ac:chgData name="Aaron Vardon" userId="bbbd1bfc-7867-41ee-968d-4cd239b21397" providerId="ADAL" clId="{7ACFD799-A716-483B-BEA5-B3B2E64703F4}" dt="2026-06-12T14:31:31.448" v="261" actId="20577"/>
          <ac:spMkLst>
            <pc:docMk/>
            <pc:sldMk cId="2702532811" sldId="536"/>
            <ac:spMk id="24" creationId="{ED22D42F-3077-58E2-B028-78F624861CD6}"/>
          </ac:spMkLst>
        </pc:spChg>
        <pc:picChg chg="add mod">
          <ac:chgData name="Aaron Vardon" userId="bbbd1bfc-7867-41ee-968d-4cd239b21397" providerId="ADAL" clId="{7ACFD799-A716-483B-BEA5-B3B2E64703F4}" dt="2026-06-16T17:48:50.568" v="690" actId="1036"/>
          <ac:picMkLst>
            <pc:docMk/>
            <pc:sldMk cId="2702532811" sldId="536"/>
            <ac:picMk id="5" creationId="{61567121-4F95-3C7A-7E14-FF5E2D7BCC19}"/>
          </ac:picMkLst>
        </pc:picChg>
      </pc:sldChg>
      <pc:sldChg chg="add del ord">
        <pc:chgData name="Aaron Vardon" userId="bbbd1bfc-7867-41ee-968d-4cd239b21397" providerId="ADAL" clId="{7ACFD799-A716-483B-BEA5-B3B2E64703F4}" dt="2026-06-16T17:21:22.222" v="686" actId="47"/>
        <pc:sldMkLst>
          <pc:docMk/>
          <pc:sldMk cId="354645394" sldId="537"/>
        </pc:sldMkLst>
      </pc:sldChg>
      <pc:sldChg chg="addSp delSp modSp add mod">
        <pc:chgData name="Aaron Vardon" userId="bbbd1bfc-7867-41ee-968d-4cd239b21397" providerId="ADAL" clId="{7ACFD799-A716-483B-BEA5-B3B2E64703F4}" dt="2026-06-16T17:48:55.225" v="691" actId="22"/>
        <pc:sldMkLst>
          <pc:docMk/>
          <pc:sldMk cId="1940600774" sldId="2146449561"/>
        </pc:sldMkLst>
        <pc:spChg chg="add mod">
          <ac:chgData name="Aaron Vardon" userId="bbbd1bfc-7867-41ee-968d-4cd239b21397" providerId="ADAL" clId="{7ACFD799-A716-483B-BEA5-B3B2E64703F4}" dt="2026-06-12T14:33:33.099" v="279" actId="1037"/>
          <ac:spMkLst>
            <pc:docMk/>
            <pc:sldMk cId="1940600774" sldId="2146449561"/>
            <ac:spMk id="2" creationId="{99E6D112-26D6-F73D-8C6E-4964E04E9B87}"/>
          </ac:spMkLst>
        </pc:spChg>
        <pc:spChg chg="add mod">
          <ac:chgData name="Aaron Vardon" userId="bbbd1bfc-7867-41ee-968d-4cd239b21397" providerId="ADAL" clId="{7ACFD799-A716-483B-BEA5-B3B2E64703F4}" dt="2026-06-12T14:33:14.610" v="264"/>
          <ac:spMkLst>
            <pc:docMk/>
            <pc:sldMk cId="1940600774" sldId="2146449561"/>
            <ac:spMk id="3" creationId="{2A98BC9D-2488-77AC-0CB7-EC1CF8511DB5}"/>
          </ac:spMkLst>
        </pc:spChg>
        <pc:spChg chg="add mod">
          <ac:chgData name="Aaron Vardon" userId="bbbd1bfc-7867-41ee-968d-4cd239b21397" providerId="ADAL" clId="{7ACFD799-A716-483B-BEA5-B3B2E64703F4}" dt="2026-06-12T14:37:56.835" v="377" actId="20577"/>
          <ac:spMkLst>
            <pc:docMk/>
            <pc:sldMk cId="1940600774" sldId="2146449561"/>
            <ac:spMk id="4" creationId="{B307BB33-6384-5B1B-33F0-95733550C321}"/>
          </ac:spMkLst>
        </pc:spChg>
        <pc:spChg chg="add mod">
          <ac:chgData name="Aaron Vardon" userId="bbbd1bfc-7867-41ee-968d-4cd239b21397" providerId="ADAL" clId="{7ACFD799-A716-483B-BEA5-B3B2E64703F4}" dt="2026-06-12T14:33:14.610" v="264"/>
          <ac:spMkLst>
            <pc:docMk/>
            <pc:sldMk cId="1940600774" sldId="2146449561"/>
            <ac:spMk id="5" creationId="{36A830C4-4976-22AA-F1BD-70F94048E436}"/>
          </ac:spMkLst>
        </pc:spChg>
        <pc:spChg chg="add mod">
          <ac:chgData name="Aaron Vardon" userId="bbbd1bfc-7867-41ee-968d-4cd239b21397" providerId="ADAL" clId="{7ACFD799-A716-483B-BEA5-B3B2E64703F4}" dt="2026-06-12T14:37:59.641" v="379" actId="20577"/>
          <ac:spMkLst>
            <pc:docMk/>
            <pc:sldMk cId="1940600774" sldId="2146449561"/>
            <ac:spMk id="6" creationId="{226212A6-2464-B998-9182-53AC3DB588F7}"/>
          </ac:spMkLst>
        </pc:spChg>
        <pc:spChg chg="add mod">
          <ac:chgData name="Aaron Vardon" userId="bbbd1bfc-7867-41ee-968d-4cd239b21397" providerId="ADAL" clId="{7ACFD799-A716-483B-BEA5-B3B2E64703F4}" dt="2026-06-12T14:33:14.610" v="264"/>
          <ac:spMkLst>
            <pc:docMk/>
            <pc:sldMk cId="1940600774" sldId="2146449561"/>
            <ac:spMk id="7" creationId="{580E6FD4-68D3-AC2C-08C4-A5B9E8261AEC}"/>
          </ac:spMkLst>
        </pc:spChg>
        <pc:spChg chg="add mod">
          <ac:chgData name="Aaron Vardon" userId="bbbd1bfc-7867-41ee-968d-4cd239b21397" providerId="ADAL" clId="{7ACFD799-A716-483B-BEA5-B3B2E64703F4}" dt="2026-06-12T14:38:18.760" v="385" actId="20577"/>
          <ac:spMkLst>
            <pc:docMk/>
            <pc:sldMk cId="1940600774" sldId="2146449561"/>
            <ac:spMk id="8" creationId="{3CCE405C-7E32-C8C3-B3D5-62C88624F7E0}"/>
          </ac:spMkLst>
        </pc:spChg>
        <pc:spChg chg="add mod">
          <ac:chgData name="Aaron Vardon" userId="bbbd1bfc-7867-41ee-968d-4cd239b21397" providerId="ADAL" clId="{7ACFD799-A716-483B-BEA5-B3B2E64703F4}" dt="2026-06-12T14:35:07.464" v="311" actId="1582"/>
          <ac:spMkLst>
            <pc:docMk/>
            <pc:sldMk cId="1940600774" sldId="2146449561"/>
            <ac:spMk id="10" creationId="{DADFA71C-E1E9-DD9C-F0FE-7788868276DE}"/>
          </ac:spMkLst>
        </pc:spChg>
        <pc:spChg chg="add mod">
          <ac:chgData name="Aaron Vardon" userId="bbbd1bfc-7867-41ee-968d-4cd239b21397" providerId="ADAL" clId="{7ACFD799-A716-483B-BEA5-B3B2E64703F4}" dt="2026-06-12T14:33:59.768" v="298" actId="1038"/>
          <ac:spMkLst>
            <pc:docMk/>
            <pc:sldMk cId="1940600774" sldId="2146449561"/>
            <ac:spMk id="11" creationId="{3A4F7267-1AB7-6CF1-ACE1-4A56DCB54BD8}"/>
          </ac:spMkLst>
        </pc:spChg>
        <pc:spChg chg="add mod">
          <ac:chgData name="Aaron Vardon" userId="bbbd1bfc-7867-41ee-968d-4cd239b21397" providerId="ADAL" clId="{7ACFD799-A716-483B-BEA5-B3B2E64703F4}" dt="2026-06-12T14:36:08.194" v="318" actId="20577"/>
          <ac:spMkLst>
            <pc:docMk/>
            <pc:sldMk cId="1940600774" sldId="2146449561"/>
            <ac:spMk id="12" creationId="{AC5B8B5A-324F-595C-86A0-E42BCC2E7862}"/>
          </ac:spMkLst>
        </pc:spChg>
        <pc:spChg chg="add mod">
          <ac:chgData name="Aaron Vardon" userId="bbbd1bfc-7867-41ee-968d-4cd239b21397" providerId="ADAL" clId="{7ACFD799-A716-483B-BEA5-B3B2E64703F4}" dt="2026-06-12T14:34:34.610" v="301" actId="1076"/>
          <ac:spMkLst>
            <pc:docMk/>
            <pc:sldMk cId="1940600774" sldId="2146449561"/>
            <ac:spMk id="13" creationId="{89E10573-B344-1527-4D58-86CC07CBF29F}"/>
          </ac:spMkLst>
        </pc:spChg>
        <pc:spChg chg="add mod">
          <ac:chgData name="Aaron Vardon" userId="bbbd1bfc-7867-41ee-968d-4cd239b21397" providerId="ADAL" clId="{7ACFD799-A716-483B-BEA5-B3B2E64703F4}" dt="2026-06-12T14:36:17.019" v="322" actId="20577"/>
          <ac:spMkLst>
            <pc:docMk/>
            <pc:sldMk cId="1940600774" sldId="2146449561"/>
            <ac:spMk id="14" creationId="{8A7FFFB1-FACB-F03B-4AEF-96A59BF1926E}"/>
          </ac:spMkLst>
        </pc:spChg>
        <pc:spChg chg="add mod">
          <ac:chgData name="Aaron Vardon" userId="bbbd1bfc-7867-41ee-968d-4cd239b21397" providerId="ADAL" clId="{7ACFD799-A716-483B-BEA5-B3B2E64703F4}" dt="2026-06-12T14:34:23.740" v="300" actId="1076"/>
          <ac:spMkLst>
            <pc:docMk/>
            <pc:sldMk cId="1940600774" sldId="2146449561"/>
            <ac:spMk id="15" creationId="{50ECDAA6-6BCA-947E-DD76-BD65411ADF23}"/>
          </ac:spMkLst>
        </pc:spChg>
        <pc:spChg chg="add mod">
          <ac:chgData name="Aaron Vardon" userId="bbbd1bfc-7867-41ee-968d-4cd239b21397" providerId="ADAL" clId="{7ACFD799-A716-483B-BEA5-B3B2E64703F4}" dt="2026-06-12T14:37:05.304" v="342" actId="20577"/>
          <ac:spMkLst>
            <pc:docMk/>
            <pc:sldMk cId="1940600774" sldId="2146449561"/>
            <ac:spMk id="16" creationId="{C7B5E6C3-7DA0-0324-E6C7-8130990AFC8E}"/>
          </ac:spMkLst>
        </pc:spChg>
        <pc:spChg chg="add mod">
          <ac:chgData name="Aaron Vardon" userId="bbbd1bfc-7867-41ee-968d-4cd239b21397" providerId="ADAL" clId="{7ACFD799-A716-483B-BEA5-B3B2E64703F4}" dt="2026-06-12T14:33:59.768" v="298" actId="1038"/>
          <ac:spMkLst>
            <pc:docMk/>
            <pc:sldMk cId="1940600774" sldId="2146449561"/>
            <ac:spMk id="17" creationId="{51C3C0B9-5771-1C9F-2E1E-B122509C5DA2}"/>
          </ac:spMkLst>
        </pc:spChg>
        <pc:spChg chg="add mod">
          <ac:chgData name="Aaron Vardon" userId="bbbd1bfc-7867-41ee-968d-4cd239b21397" providerId="ADAL" clId="{7ACFD799-A716-483B-BEA5-B3B2E64703F4}" dt="2026-06-12T14:37:46.868" v="375" actId="20577"/>
          <ac:spMkLst>
            <pc:docMk/>
            <pc:sldMk cId="1940600774" sldId="2146449561"/>
            <ac:spMk id="18" creationId="{BE707F67-5EE2-E346-7F84-BFDD1EE0D023}"/>
          </ac:spMkLst>
        </pc:spChg>
        <pc:picChg chg="add">
          <ac:chgData name="Aaron Vardon" userId="bbbd1bfc-7867-41ee-968d-4cd239b21397" providerId="ADAL" clId="{7ACFD799-A716-483B-BEA5-B3B2E64703F4}" dt="2026-06-16T17:48:55.225" v="691" actId="22"/>
          <ac:picMkLst>
            <pc:docMk/>
            <pc:sldMk cId="1940600774" sldId="2146449561"/>
            <ac:picMk id="19" creationId="{79BADEEA-C84B-1798-62DB-EFF3079A11AD}"/>
          </ac:picMkLst>
        </pc:picChg>
      </pc:sldChg>
      <pc:sldChg chg="addSp delSp modSp add mod ord">
        <pc:chgData name="Aaron Vardon" userId="bbbd1bfc-7867-41ee-968d-4cd239b21397" providerId="ADAL" clId="{7ACFD799-A716-483B-BEA5-B3B2E64703F4}" dt="2026-06-16T17:50:05.680" v="708" actId="1035"/>
        <pc:sldMkLst>
          <pc:docMk/>
          <pc:sldMk cId="1577564721" sldId="2146449562"/>
        </pc:sldMkLst>
        <pc:spChg chg="add mod">
          <ac:chgData name="Aaron Vardon" userId="bbbd1bfc-7867-41ee-968d-4cd239b21397" providerId="ADAL" clId="{7ACFD799-A716-483B-BEA5-B3B2E64703F4}" dt="2026-06-16T17:19:07.615" v="662" actId="20577"/>
          <ac:spMkLst>
            <pc:docMk/>
            <pc:sldMk cId="1577564721" sldId="2146449562"/>
            <ac:spMk id="2" creationId="{1548FD0D-9E47-B19D-6CAD-17F35E2E8E43}"/>
          </ac:spMkLst>
        </pc:spChg>
        <pc:spChg chg="mod">
          <ac:chgData name="Aaron Vardon" userId="bbbd1bfc-7867-41ee-968d-4cd239b21397" providerId="ADAL" clId="{7ACFD799-A716-483B-BEA5-B3B2E64703F4}" dt="2026-06-12T17:58:20.547" v="575" actId="1076"/>
          <ac:spMkLst>
            <pc:docMk/>
            <pc:sldMk cId="1577564721" sldId="2146449562"/>
            <ac:spMk id="3" creationId="{34FC3CF3-1D86-AB8B-DC7D-9D71FA25C444}"/>
          </ac:spMkLst>
        </pc:spChg>
        <pc:spChg chg="add mod">
          <ac:chgData name="Aaron Vardon" userId="bbbd1bfc-7867-41ee-968d-4cd239b21397" providerId="ADAL" clId="{7ACFD799-A716-483B-BEA5-B3B2E64703F4}" dt="2026-06-16T17:50:05.680" v="708" actId="1035"/>
          <ac:spMkLst>
            <pc:docMk/>
            <pc:sldMk cId="1577564721" sldId="2146449562"/>
            <ac:spMk id="4" creationId="{0940E471-0A9C-DB7D-B543-53EE8913B486}"/>
          </ac:spMkLst>
        </pc:spChg>
        <pc:spChg chg="add mod">
          <ac:chgData name="Aaron Vardon" userId="bbbd1bfc-7867-41ee-968d-4cd239b21397" providerId="ADAL" clId="{7ACFD799-A716-483B-BEA5-B3B2E64703F4}" dt="2026-06-16T17:50:05.680" v="708" actId="1035"/>
          <ac:spMkLst>
            <pc:docMk/>
            <pc:sldMk cId="1577564721" sldId="2146449562"/>
            <ac:spMk id="5" creationId="{187B8A7E-DCE7-1286-81CA-AD551BF72373}"/>
          </ac:spMkLst>
        </pc:spChg>
        <pc:spChg chg="add mod">
          <ac:chgData name="Aaron Vardon" userId="bbbd1bfc-7867-41ee-968d-4cd239b21397" providerId="ADAL" clId="{7ACFD799-A716-483B-BEA5-B3B2E64703F4}" dt="2026-06-16T17:50:05.680" v="708" actId="1035"/>
          <ac:spMkLst>
            <pc:docMk/>
            <pc:sldMk cId="1577564721" sldId="2146449562"/>
            <ac:spMk id="6" creationId="{1784C5E9-BA93-BDEC-AA1A-AFA18629CCF9}"/>
          </ac:spMkLst>
        </pc:spChg>
        <pc:spChg chg="mod">
          <ac:chgData name="Aaron Vardon" userId="bbbd1bfc-7867-41ee-968d-4cd239b21397" providerId="ADAL" clId="{7ACFD799-A716-483B-BEA5-B3B2E64703F4}" dt="2026-06-16T17:50:05.680" v="708" actId="1035"/>
          <ac:spMkLst>
            <pc:docMk/>
            <pc:sldMk cId="1577564721" sldId="2146449562"/>
            <ac:spMk id="7" creationId="{963BD1DE-0343-79BC-8B62-4A733A6A4E45}"/>
          </ac:spMkLst>
        </pc:spChg>
        <pc:spChg chg="add mod">
          <ac:chgData name="Aaron Vardon" userId="bbbd1bfc-7867-41ee-968d-4cd239b21397" providerId="ADAL" clId="{7ACFD799-A716-483B-BEA5-B3B2E64703F4}" dt="2026-06-16T17:50:05.680" v="708" actId="1035"/>
          <ac:spMkLst>
            <pc:docMk/>
            <pc:sldMk cId="1577564721" sldId="2146449562"/>
            <ac:spMk id="8" creationId="{0AE17F4A-FFCA-F3DC-C0C2-870CA4F084F9}"/>
          </ac:spMkLst>
        </pc:spChg>
        <pc:spChg chg="add mod">
          <ac:chgData name="Aaron Vardon" userId="bbbd1bfc-7867-41ee-968d-4cd239b21397" providerId="ADAL" clId="{7ACFD799-A716-483B-BEA5-B3B2E64703F4}" dt="2026-06-16T17:50:05.680" v="708" actId="1035"/>
          <ac:spMkLst>
            <pc:docMk/>
            <pc:sldMk cId="1577564721" sldId="2146449562"/>
            <ac:spMk id="10" creationId="{C05998F5-3574-BEB3-2A17-1EB032DFEFF5}"/>
          </ac:spMkLst>
        </pc:spChg>
        <pc:spChg chg="add mod">
          <ac:chgData name="Aaron Vardon" userId="bbbd1bfc-7867-41ee-968d-4cd239b21397" providerId="ADAL" clId="{7ACFD799-A716-483B-BEA5-B3B2E64703F4}" dt="2026-06-16T17:50:05.680" v="708" actId="1035"/>
          <ac:spMkLst>
            <pc:docMk/>
            <pc:sldMk cId="1577564721" sldId="2146449562"/>
            <ac:spMk id="11" creationId="{37391F85-62E5-46EC-CAE2-AF529215AE2A}"/>
          </ac:spMkLst>
        </pc:spChg>
        <pc:spChg chg="add mod">
          <ac:chgData name="Aaron Vardon" userId="bbbd1bfc-7867-41ee-968d-4cd239b21397" providerId="ADAL" clId="{7ACFD799-A716-483B-BEA5-B3B2E64703F4}" dt="2026-06-16T17:50:05.680" v="708" actId="1035"/>
          <ac:spMkLst>
            <pc:docMk/>
            <pc:sldMk cId="1577564721" sldId="2146449562"/>
            <ac:spMk id="12" creationId="{8B717F42-CCD5-B258-6CA5-100AF5570060}"/>
          </ac:spMkLst>
        </pc:spChg>
        <pc:spChg chg="add mod">
          <ac:chgData name="Aaron Vardon" userId="bbbd1bfc-7867-41ee-968d-4cd239b21397" providerId="ADAL" clId="{7ACFD799-A716-483B-BEA5-B3B2E64703F4}" dt="2026-06-16T17:50:05.680" v="708" actId="1035"/>
          <ac:spMkLst>
            <pc:docMk/>
            <pc:sldMk cId="1577564721" sldId="2146449562"/>
            <ac:spMk id="13" creationId="{1D458718-AFA6-8101-02DC-457E151C4EBD}"/>
          </ac:spMkLst>
        </pc:spChg>
        <pc:spChg chg="add mod">
          <ac:chgData name="Aaron Vardon" userId="bbbd1bfc-7867-41ee-968d-4cd239b21397" providerId="ADAL" clId="{7ACFD799-A716-483B-BEA5-B3B2E64703F4}" dt="2026-06-16T17:50:05.680" v="708" actId="1035"/>
          <ac:spMkLst>
            <pc:docMk/>
            <pc:sldMk cId="1577564721" sldId="2146449562"/>
            <ac:spMk id="14" creationId="{8097B717-A52E-9427-1DA6-C07FA08510E3}"/>
          </ac:spMkLst>
        </pc:spChg>
        <pc:picChg chg="add mod">
          <ac:chgData name="Aaron Vardon" userId="bbbd1bfc-7867-41ee-968d-4cd239b21397" providerId="ADAL" clId="{7ACFD799-A716-483B-BEA5-B3B2E64703F4}" dt="2026-06-12T17:58:15.577" v="574" actId="1076"/>
          <ac:picMkLst>
            <pc:docMk/>
            <pc:sldMk cId="1577564721" sldId="2146449562"/>
            <ac:picMk id="15" creationId="{AF2C3C64-46FA-591B-9151-1A9A04DEE166}"/>
          </ac:picMkLst>
        </pc:picChg>
        <pc:picChg chg="add">
          <ac:chgData name="Aaron Vardon" userId="bbbd1bfc-7867-41ee-968d-4cd239b21397" providerId="ADAL" clId="{7ACFD799-A716-483B-BEA5-B3B2E64703F4}" dt="2026-06-16T17:49:17.845" v="695" actId="22"/>
          <ac:picMkLst>
            <pc:docMk/>
            <pc:sldMk cId="1577564721" sldId="2146449562"/>
            <ac:picMk id="16" creationId="{6C3B811D-0A4E-3271-000B-EF4F764AB422}"/>
          </ac:picMkLst>
        </pc:picChg>
      </pc:sldChg>
      <pc:sldChg chg="addSp modSp add mod ord">
        <pc:chgData name="Aaron Vardon" userId="bbbd1bfc-7867-41ee-968d-4cd239b21397" providerId="ADAL" clId="{7ACFD799-A716-483B-BEA5-B3B2E64703F4}" dt="2026-06-16T17:48:58.780" v="692" actId="22"/>
        <pc:sldMkLst>
          <pc:docMk/>
          <pc:sldMk cId="3377175822" sldId="2146449563"/>
        </pc:sldMkLst>
        <pc:spChg chg="add mod">
          <ac:chgData name="Aaron Vardon" userId="bbbd1bfc-7867-41ee-968d-4cd239b21397" providerId="ADAL" clId="{7ACFD799-A716-483B-BEA5-B3B2E64703F4}" dt="2026-06-12T17:14:21.260" v="392"/>
          <ac:spMkLst>
            <pc:docMk/>
            <pc:sldMk cId="3377175822" sldId="2146449563"/>
            <ac:spMk id="2" creationId="{DF9BF2C2-A586-9710-8E8F-6C7AA3C68F4E}"/>
          </ac:spMkLst>
        </pc:spChg>
        <pc:spChg chg="add mod">
          <ac:chgData name="Aaron Vardon" userId="bbbd1bfc-7867-41ee-968d-4cd239b21397" providerId="ADAL" clId="{7ACFD799-A716-483B-BEA5-B3B2E64703F4}" dt="2026-06-12T17:14:21.260" v="392"/>
          <ac:spMkLst>
            <pc:docMk/>
            <pc:sldMk cId="3377175822" sldId="2146449563"/>
            <ac:spMk id="3" creationId="{7A21DAE5-D9F6-79CD-D562-1168DBDE51C5}"/>
          </ac:spMkLst>
        </pc:spChg>
        <pc:spChg chg="add mod">
          <ac:chgData name="Aaron Vardon" userId="bbbd1bfc-7867-41ee-968d-4cd239b21397" providerId="ADAL" clId="{7ACFD799-A716-483B-BEA5-B3B2E64703F4}" dt="2026-06-12T17:14:50.792" v="395" actId="207"/>
          <ac:spMkLst>
            <pc:docMk/>
            <pc:sldMk cId="3377175822" sldId="2146449563"/>
            <ac:spMk id="4" creationId="{870F3CF2-23EE-B9BD-A489-2770DD9F9CDA}"/>
          </ac:spMkLst>
        </pc:spChg>
        <pc:spChg chg="add mod">
          <ac:chgData name="Aaron Vardon" userId="bbbd1bfc-7867-41ee-968d-4cd239b21397" providerId="ADAL" clId="{7ACFD799-A716-483B-BEA5-B3B2E64703F4}" dt="2026-06-16T17:15:19.181" v="590" actId="20577"/>
          <ac:spMkLst>
            <pc:docMk/>
            <pc:sldMk cId="3377175822" sldId="2146449563"/>
            <ac:spMk id="5" creationId="{3CBB9CC8-2B46-E4B5-4000-6A2F532EB9A7}"/>
          </ac:spMkLst>
        </pc:spChg>
        <pc:spChg chg="add mod">
          <ac:chgData name="Aaron Vardon" userId="bbbd1bfc-7867-41ee-968d-4cd239b21397" providerId="ADAL" clId="{7ACFD799-A716-483B-BEA5-B3B2E64703F4}" dt="2026-06-16T17:15:36.286" v="596" actId="20577"/>
          <ac:spMkLst>
            <pc:docMk/>
            <pc:sldMk cId="3377175822" sldId="2146449563"/>
            <ac:spMk id="6" creationId="{095ACAE6-22F3-18D4-E4E4-1446F0DA870A}"/>
          </ac:spMkLst>
        </pc:spChg>
        <pc:spChg chg="add mod">
          <ac:chgData name="Aaron Vardon" userId="bbbd1bfc-7867-41ee-968d-4cd239b21397" providerId="ADAL" clId="{7ACFD799-A716-483B-BEA5-B3B2E64703F4}" dt="2026-06-12T17:14:56.975" v="396" actId="207"/>
          <ac:spMkLst>
            <pc:docMk/>
            <pc:sldMk cId="3377175822" sldId="2146449563"/>
            <ac:spMk id="7" creationId="{21FCA9A7-97C5-B749-E02C-CDA2E96F4450}"/>
          </ac:spMkLst>
        </pc:spChg>
        <pc:spChg chg="mod">
          <ac:chgData name="Aaron Vardon" userId="bbbd1bfc-7867-41ee-968d-4cd239b21397" providerId="ADAL" clId="{7ACFD799-A716-483B-BEA5-B3B2E64703F4}" dt="2026-06-16T17:15:40.376" v="598" actId="20577"/>
          <ac:spMkLst>
            <pc:docMk/>
            <pc:sldMk cId="3377175822" sldId="2146449563"/>
            <ac:spMk id="9" creationId="{784C71A5-75B1-0A75-EBE8-95B25FA1CDAD}"/>
          </ac:spMkLst>
        </pc:spChg>
        <pc:spChg chg="add mod">
          <ac:chgData name="Aaron Vardon" userId="bbbd1bfc-7867-41ee-968d-4cd239b21397" providerId="ADAL" clId="{7ACFD799-A716-483B-BEA5-B3B2E64703F4}" dt="2026-06-16T17:15:55.098" v="602" actId="20577"/>
          <ac:spMkLst>
            <pc:docMk/>
            <pc:sldMk cId="3377175822" sldId="2146449563"/>
            <ac:spMk id="10" creationId="{85D11040-56BF-F43B-22BA-40DA926ED1A1}"/>
          </ac:spMkLst>
        </pc:spChg>
        <pc:spChg chg="add mod">
          <ac:chgData name="Aaron Vardon" userId="bbbd1bfc-7867-41ee-968d-4cd239b21397" providerId="ADAL" clId="{7ACFD799-A716-483B-BEA5-B3B2E64703F4}" dt="2026-06-12T17:14:50.792" v="395" actId="207"/>
          <ac:spMkLst>
            <pc:docMk/>
            <pc:sldMk cId="3377175822" sldId="2146449563"/>
            <ac:spMk id="11" creationId="{9BAE73E7-F246-F9D7-754D-933EA24EEBBA}"/>
          </ac:spMkLst>
        </pc:spChg>
        <pc:spChg chg="add mod">
          <ac:chgData name="Aaron Vardon" userId="bbbd1bfc-7867-41ee-968d-4cd239b21397" providerId="ADAL" clId="{7ACFD799-A716-483B-BEA5-B3B2E64703F4}" dt="2026-06-16T17:16:00.225" v="604" actId="20577"/>
          <ac:spMkLst>
            <pc:docMk/>
            <pc:sldMk cId="3377175822" sldId="2146449563"/>
            <ac:spMk id="12" creationId="{C4B03F0F-D97E-C60A-8325-3D1F944CF57F}"/>
          </ac:spMkLst>
        </pc:spChg>
        <pc:spChg chg="mod">
          <ac:chgData name="Aaron Vardon" userId="bbbd1bfc-7867-41ee-968d-4cd239b21397" providerId="ADAL" clId="{7ACFD799-A716-483B-BEA5-B3B2E64703F4}" dt="2026-06-16T17:16:09.889" v="608" actId="20577"/>
          <ac:spMkLst>
            <pc:docMk/>
            <pc:sldMk cId="3377175822" sldId="2146449563"/>
            <ac:spMk id="13" creationId="{DCF51231-E965-2A9A-F415-F2B8734B9AC8}"/>
          </ac:spMkLst>
        </pc:spChg>
        <pc:spChg chg="mod">
          <ac:chgData name="Aaron Vardon" userId="bbbd1bfc-7867-41ee-968d-4cd239b21397" providerId="ADAL" clId="{7ACFD799-A716-483B-BEA5-B3B2E64703F4}" dt="2026-06-12T17:15:34.766" v="402" actId="207"/>
          <ac:spMkLst>
            <pc:docMk/>
            <pc:sldMk cId="3377175822" sldId="2146449563"/>
            <ac:spMk id="14" creationId="{C8C1A259-3864-2CD7-364D-BE7589E4A55D}"/>
          </ac:spMkLst>
        </pc:spChg>
        <pc:spChg chg="add mod">
          <ac:chgData name="Aaron Vardon" userId="bbbd1bfc-7867-41ee-968d-4cd239b21397" providerId="ADAL" clId="{7ACFD799-A716-483B-BEA5-B3B2E64703F4}" dt="2026-06-16T17:16:25.522" v="614" actId="20577"/>
          <ac:spMkLst>
            <pc:docMk/>
            <pc:sldMk cId="3377175822" sldId="2146449563"/>
            <ac:spMk id="16" creationId="{36F9CB0A-ECC2-B62A-324C-81CDA30B7F06}"/>
          </ac:spMkLst>
        </pc:spChg>
        <pc:spChg chg="add mod">
          <ac:chgData name="Aaron Vardon" userId="bbbd1bfc-7867-41ee-968d-4cd239b21397" providerId="ADAL" clId="{7ACFD799-A716-483B-BEA5-B3B2E64703F4}" dt="2026-06-12T17:15:48.512" v="403"/>
          <ac:spMkLst>
            <pc:docMk/>
            <pc:sldMk cId="3377175822" sldId="2146449563"/>
            <ac:spMk id="17" creationId="{90214630-E367-EE68-7296-C1FC2B55A0DD}"/>
          </ac:spMkLst>
        </pc:spChg>
        <pc:spChg chg="add mod">
          <ac:chgData name="Aaron Vardon" userId="bbbd1bfc-7867-41ee-968d-4cd239b21397" providerId="ADAL" clId="{7ACFD799-A716-483B-BEA5-B3B2E64703F4}" dt="2026-06-12T17:18:09.329" v="423" actId="12788"/>
          <ac:spMkLst>
            <pc:docMk/>
            <pc:sldMk cId="3377175822" sldId="2146449563"/>
            <ac:spMk id="19" creationId="{0BD59B8B-D613-A0B1-C60A-1611F4EB9732}"/>
          </ac:spMkLst>
        </pc:spChg>
        <pc:spChg chg="add mod">
          <ac:chgData name="Aaron Vardon" userId="bbbd1bfc-7867-41ee-968d-4cd239b21397" providerId="ADAL" clId="{7ACFD799-A716-483B-BEA5-B3B2E64703F4}" dt="2026-06-12T17:18:17.939" v="425" actId="1076"/>
          <ac:spMkLst>
            <pc:docMk/>
            <pc:sldMk cId="3377175822" sldId="2146449563"/>
            <ac:spMk id="21" creationId="{DDD71004-87F2-E92D-4332-BB8E6867AF8E}"/>
          </ac:spMkLst>
        </pc:spChg>
        <pc:spChg chg="add mod">
          <ac:chgData name="Aaron Vardon" userId="bbbd1bfc-7867-41ee-968d-4cd239b21397" providerId="ADAL" clId="{7ACFD799-A716-483B-BEA5-B3B2E64703F4}" dt="2026-06-12T17:18:26.619" v="426" actId="1076"/>
          <ac:spMkLst>
            <pc:docMk/>
            <pc:sldMk cId="3377175822" sldId="2146449563"/>
            <ac:spMk id="23" creationId="{D8731621-7338-AFA9-A0BC-2ECDCA593046}"/>
          </ac:spMkLst>
        </pc:spChg>
        <pc:spChg chg="add mod">
          <ac:chgData name="Aaron Vardon" userId="bbbd1bfc-7867-41ee-968d-4cd239b21397" providerId="ADAL" clId="{7ACFD799-A716-483B-BEA5-B3B2E64703F4}" dt="2026-06-12T17:18:35.167" v="440" actId="20577"/>
          <ac:spMkLst>
            <pc:docMk/>
            <pc:sldMk cId="3377175822" sldId="2146449563"/>
            <ac:spMk id="24" creationId="{67F8EAD3-0956-E244-441B-4FD35060E104}"/>
          </ac:spMkLst>
        </pc:spChg>
        <pc:picChg chg="add mod">
          <ac:chgData name="Aaron Vardon" userId="bbbd1bfc-7867-41ee-968d-4cd239b21397" providerId="ADAL" clId="{7ACFD799-A716-483B-BEA5-B3B2E64703F4}" dt="2026-06-12T17:18:09.329" v="423" actId="12788"/>
          <ac:picMkLst>
            <pc:docMk/>
            <pc:sldMk cId="3377175822" sldId="2146449563"/>
            <ac:picMk id="18" creationId="{02A88517-9C2D-D025-E75E-26D5E1FADA24}"/>
          </ac:picMkLst>
        </pc:picChg>
        <pc:picChg chg="add mod">
          <ac:chgData name="Aaron Vardon" userId="bbbd1bfc-7867-41ee-968d-4cd239b21397" providerId="ADAL" clId="{7ACFD799-A716-483B-BEA5-B3B2E64703F4}" dt="2026-06-12T17:18:17.939" v="425" actId="1076"/>
          <ac:picMkLst>
            <pc:docMk/>
            <pc:sldMk cId="3377175822" sldId="2146449563"/>
            <ac:picMk id="20" creationId="{5BE7FDB8-93C3-A0DB-4E7E-FCAFC6E4B4CA}"/>
          </ac:picMkLst>
        </pc:picChg>
        <pc:picChg chg="add mod">
          <ac:chgData name="Aaron Vardon" userId="bbbd1bfc-7867-41ee-968d-4cd239b21397" providerId="ADAL" clId="{7ACFD799-A716-483B-BEA5-B3B2E64703F4}" dt="2026-06-12T17:18:26.619" v="426" actId="1076"/>
          <ac:picMkLst>
            <pc:docMk/>
            <pc:sldMk cId="3377175822" sldId="2146449563"/>
            <ac:picMk id="22" creationId="{46C6752D-C655-9D17-C495-67023EEEF936}"/>
          </ac:picMkLst>
        </pc:picChg>
        <pc:picChg chg="add">
          <ac:chgData name="Aaron Vardon" userId="bbbd1bfc-7867-41ee-968d-4cd239b21397" providerId="ADAL" clId="{7ACFD799-A716-483B-BEA5-B3B2E64703F4}" dt="2026-06-16T17:48:58.780" v="692" actId="22"/>
          <ac:picMkLst>
            <pc:docMk/>
            <pc:sldMk cId="3377175822" sldId="2146449563"/>
            <ac:picMk id="26" creationId="{5A8E3D84-9900-17CC-B8FB-7D841ED23ADB}"/>
          </ac:picMkLst>
        </pc:picChg>
      </pc:sldChg>
      <pc:sldChg chg="addSp modSp add del mod modClrScheme chgLayout">
        <pc:chgData name="Aaron Vardon" userId="bbbd1bfc-7867-41ee-968d-4cd239b21397" providerId="ADAL" clId="{7ACFD799-A716-483B-BEA5-B3B2E64703F4}" dt="2026-06-16T17:56:10.261" v="710" actId="26606"/>
        <pc:sldMkLst>
          <pc:docMk/>
          <pc:sldMk cId="4001617874" sldId="2146449564"/>
        </pc:sldMkLst>
        <pc:spChg chg="add mod">
          <ac:chgData name="Aaron Vardon" userId="bbbd1bfc-7867-41ee-968d-4cd239b21397" providerId="ADAL" clId="{7ACFD799-A716-483B-BEA5-B3B2E64703F4}" dt="2026-06-16T17:16:45.870" v="618" actId="20577"/>
          <ac:spMkLst>
            <pc:docMk/>
            <pc:sldMk cId="4001617874" sldId="2146449564"/>
            <ac:spMk id="2" creationId="{4E10327C-E4DF-621E-4631-CB68F67B862A}"/>
          </ac:spMkLst>
        </pc:spChg>
        <pc:spChg chg="add mod">
          <ac:chgData name="Aaron Vardon" userId="bbbd1bfc-7867-41ee-968d-4cd239b21397" providerId="ADAL" clId="{7ACFD799-A716-483B-BEA5-B3B2E64703F4}" dt="2026-06-12T17:53:04.792" v="521" actId="1076"/>
          <ac:spMkLst>
            <pc:docMk/>
            <pc:sldMk cId="4001617874" sldId="2146449564"/>
            <ac:spMk id="3" creationId="{10E00BEC-6CB2-50E7-53F8-8A46A8D638C1}"/>
          </ac:spMkLst>
        </pc:spChg>
        <pc:spChg chg="add mod">
          <ac:chgData name="Aaron Vardon" userId="bbbd1bfc-7867-41ee-968d-4cd239b21397" providerId="ADAL" clId="{7ACFD799-A716-483B-BEA5-B3B2E64703F4}" dt="2026-06-16T17:19:01.423" v="660" actId="20577"/>
          <ac:spMkLst>
            <pc:docMk/>
            <pc:sldMk cId="4001617874" sldId="2146449564"/>
            <ac:spMk id="4" creationId="{8845C7F7-ADDF-739D-0107-114DC1F76CB4}"/>
          </ac:spMkLst>
        </pc:spChg>
        <pc:spChg chg="add mod ord">
          <ac:chgData name="Aaron Vardon" userId="bbbd1bfc-7867-41ee-968d-4cd239b21397" providerId="ADAL" clId="{7ACFD799-A716-483B-BEA5-B3B2E64703F4}" dt="2026-06-12T17:43:51.463" v="459" actId="167"/>
          <ac:spMkLst>
            <pc:docMk/>
            <pc:sldMk cId="4001617874" sldId="2146449564"/>
            <ac:spMk id="5" creationId="{FB0ED5D7-41A3-482C-4387-CCC8C3E33F04}"/>
          </ac:spMkLst>
        </pc:spChg>
        <pc:picChg chg="add mod">
          <ac:chgData name="Aaron Vardon" userId="bbbd1bfc-7867-41ee-968d-4cd239b21397" providerId="ADAL" clId="{7ACFD799-A716-483B-BEA5-B3B2E64703F4}" dt="2026-06-12T17:47:23.898" v="461" actId="1076"/>
          <ac:picMkLst>
            <pc:docMk/>
            <pc:sldMk cId="4001617874" sldId="2146449564"/>
            <ac:picMk id="6" creationId="{9A6B464B-DB30-5E71-B80C-7055B69E07E9}"/>
          </ac:picMkLst>
        </pc:picChg>
        <pc:picChg chg="add">
          <ac:chgData name="Aaron Vardon" userId="bbbd1bfc-7867-41ee-968d-4cd239b21397" providerId="ADAL" clId="{7ACFD799-A716-483B-BEA5-B3B2E64703F4}" dt="2026-06-16T17:49:04.407" v="693" actId="22"/>
          <ac:picMkLst>
            <pc:docMk/>
            <pc:sldMk cId="4001617874" sldId="2146449564"/>
            <ac:picMk id="8" creationId="{4A0F62BE-2853-6AA1-06DB-659ACD9BD300}"/>
          </ac:picMkLst>
        </pc:picChg>
      </pc:sldChg>
      <pc:sldChg chg="addSp delSp modSp add mod modClrScheme chgLayout">
        <pc:chgData name="Aaron Vardon" userId="bbbd1bfc-7867-41ee-968d-4cd239b21397" providerId="ADAL" clId="{7ACFD799-A716-483B-BEA5-B3B2E64703F4}" dt="2026-06-16T17:56:10.261" v="710" actId="26606"/>
        <pc:sldMkLst>
          <pc:docMk/>
          <pc:sldMk cId="735970370" sldId="2146449565"/>
        </pc:sldMkLst>
        <pc:spChg chg="add mod">
          <ac:chgData name="Aaron Vardon" userId="bbbd1bfc-7867-41ee-968d-4cd239b21397" providerId="ADAL" clId="{7ACFD799-A716-483B-BEA5-B3B2E64703F4}" dt="2026-06-12T17:52:56.154" v="520" actId="1076"/>
          <ac:spMkLst>
            <pc:docMk/>
            <pc:sldMk cId="735970370" sldId="2146449565"/>
            <ac:spMk id="3" creationId="{5C9B898C-C16A-A78B-3CF6-86FA2BB66BDF}"/>
          </ac:spMkLst>
        </pc:spChg>
        <pc:spChg chg="add mod ord">
          <ac:chgData name="Aaron Vardon" userId="bbbd1bfc-7867-41ee-968d-4cd239b21397" providerId="ADAL" clId="{7ACFD799-A716-483B-BEA5-B3B2E64703F4}" dt="2026-06-16T17:18:46.217" v="655" actId="20577"/>
          <ac:spMkLst>
            <pc:docMk/>
            <pc:sldMk cId="735970370" sldId="2146449565"/>
            <ac:spMk id="4" creationId="{A8033738-9745-FF86-4A62-0CDD15CD346C}"/>
          </ac:spMkLst>
        </pc:spChg>
        <pc:spChg chg="add mod ord">
          <ac:chgData name="Aaron Vardon" userId="bbbd1bfc-7867-41ee-968d-4cd239b21397" providerId="ADAL" clId="{7ACFD799-A716-483B-BEA5-B3B2E64703F4}" dt="2026-06-12T17:51:24.481" v="473" actId="167"/>
          <ac:spMkLst>
            <pc:docMk/>
            <pc:sldMk cId="735970370" sldId="2146449565"/>
            <ac:spMk id="5" creationId="{909A5ACB-441C-EF11-F5EA-A21D7EE65B73}"/>
          </ac:spMkLst>
        </pc:spChg>
        <pc:spChg chg="add mod">
          <ac:chgData name="Aaron Vardon" userId="bbbd1bfc-7867-41ee-968d-4cd239b21397" providerId="ADAL" clId="{7ACFD799-A716-483B-BEA5-B3B2E64703F4}" dt="2026-06-16T17:18:05.079" v="642" actId="20577"/>
          <ac:spMkLst>
            <pc:docMk/>
            <pc:sldMk cId="735970370" sldId="2146449565"/>
            <ac:spMk id="10" creationId="{CC2CCEE2-30A7-4DBD-8A98-9DB51C502190}"/>
          </ac:spMkLst>
        </pc:spChg>
        <pc:picChg chg="add">
          <ac:chgData name="Aaron Vardon" userId="bbbd1bfc-7867-41ee-968d-4cd239b21397" providerId="ADAL" clId="{7ACFD799-A716-483B-BEA5-B3B2E64703F4}" dt="2026-06-16T17:49:07.714" v="694" actId="22"/>
          <ac:picMkLst>
            <pc:docMk/>
            <pc:sldMk cId="735970370" sldId="2146449565"/>
            <ac:picMk id="6" creationId="{1AA5B97E-426C-15FD-DB63-1A0CD4F08060}"/>
          </ac:picMkLst>
        </pc:picChg>
        <pc:picChg chg="add mod">
          <ac:chgData name="Aaron Vardon" userId="bbbd1bfc-7867-41ee-968d-4cd239b21397" providerId="ADAL" clId="{7ACFD799-A716-483B-BEA5-B3B2E64703F4}" dt="2026-06-12T17:52:18.839" v="493" actId="1076"/>
          <ac:picMkLst>
            <pc:docMk/>
            <pc:sldMk cId="735970370" sldId="2146449565"/>
            <ac:picMk id="9" creationId="{057889DB-4100-067A-CF93-55939FFF7189}"/>
          </ac:picMkLst>
        </pc:picChg>
      </pc:sldChg>
      <pc:sldMasterChg chg="addSldLayout delSldLayout modSldLayout">
        <pc:chgData name="Aaron Vardon" userId="bbbd1bfc-7867-41ee-968d-4cd239b21397" providerId="ADAL" clId="{7ACFD799-A716-483B-BEA5-B3B2E64703F4}" dt="2026-06-16T17:56:10.261" v="710" actId="26606"/>
        <pc:sldMasterMkLst>
          <pc:docMk/>
          <pc:sldMasterMk cId="1268105387" sldId="2147483693"/>
        </pc:sldMasterMkLst>
        <pc:sldLayoutChg chg="add">
          <pc:chgData name="Aaron Vardon" userId="bbbd1bfc-7867-41ee-968d-4cd239b21397" providerId="ADAL" clId="{7ACFD799-A716-483B-BEA5-B3B2E64703F4}" dt="2026-06-16T17:56:10.261" v="710" actId="26606"/>
          <pc:sldLayoutMkLst>
            <pc:docMk/>
            <pc:sldMasterMk cId="1268105387" sldId="2147483693"/>
            <pc:sldLayoutMk cId="2432268705" sldId="2147483696"/>
          </pc:sldLayoutMkLst>
        </pc:sldLayoutChg>
        <pc:sldLayoutChg chg="del replId">
          <pc:chgData name="Aaron Vardon" userId="bbbd1bfc-7867-41ee-968d-4cd239b21397" providerId="ADAL" clId="{7ACFD799-A716-483B-BEA5-B3B2E64703F4}" dt="2026-06-16T17:56:10.261" v="710" actId="26606"/>
          <pc:sldLayoutMkLst>
            <pc:docMk/>
            <pc:sldMasterMk cId="1268105387" sldId="2147483693"/>
            <pc:sldLayoutMk cId="2432268705" sldId="214748370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198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799E4-54AA-9C5D-62FE-6F9A9B4A0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F6ED8-70ED-23FB-AA43-359812B5D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2C623-38CA-3959-2C83-49B506580C37}"/>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9F633D19-C260-27E0-201D-CE41E526FE77}"/>
              </a:ext>
            </a:extLst>
          </p:cNvPr>
          <p:cNvSpPr>
            <a:spLocks noGrp="1"/>
          </p:cNvSpPr>
          <p:nvPr>
            <p:ph type="sldNum" sz="quarter" idx="5"/>
          </p:nvPr>
        </p:nvSpPr>
        <p:spPr/>
        <p:txBody>
          <a:bodyPr/>
          <a:lstStyle/>
          <a:p>
            <a:fld id="{DEECB211-8769-457B-A346-45F7676EEB3E}" type="slidenum">
              <a:rPr lang="en-CA" smtClean="0"/>
              <a:t>6</a:t>
            </a:fld>
            <a:endParaRPr lang="en-CA"/>
          </a:p>
        </p:txBody>
      </p:sp>
    </p:spTree>
    <p:extLst>
      <p:ext uri="{BB962C8B-B14F-4D97-AF65-F5344CB8AC3E}">
        <p14:creationId xmlns:p14="http://schemas.microsoft.com/office/powerpoint/2010/main" val="1525350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26ADB-7496-ABCE-A4ED-7571D7DAE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00B8-EDCE-3BA3-156A-194A87A1B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DF9AD-6FC2-34D4-4D7B-7BDCEF2418B3}"/>
              </a:ext>
            </a:extLst>
          </p:cNvPr>
          <p:cNvSpPr>
            <a:spLocks noGrp="1"/>
          </p:cNvSpPr>
          <p:nvPr>
            <p:ph type="body" idx="1"/>
          </p:nvPr>
        </p:nvSpPr>
        <p:spPr/>
        <p:txBody>
          <a:bodyPr/>
          <a:lstStyle/>
          <a:p>
            <a:pPr marL="171450" indent="-171450">
              <a:buFont typeface="Arial" panose="020B0604020202020204" pitchFamily="34" charset="0"/>
              <a:buChar char="•"/>
            </a:pPr>
            <a:endParaRPr lang="en-CA"/>
          </a:p>
        </p:txBody>
      </p:sp>
      <p:sp>
        <p:nvSpPr>
          <p:cNvPr id="4" name="Slide Number Placeholder 3">
            <a:extLst>
              <a:ext uri="{FF2B5EF4-FFF2-40B4-BE49-F238E27FC236}">
                <a16:creationId xmlns:a16="http://schemas.microsoft.com/office/drawing/2014/main" id="{EC5E9A3F-DD13-BC18-6DE9-F468A10CD9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F09A0-12D9-423B-94C5-140802D396A8}"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4792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82DAB-F1F5-BAD1-28E1-1572BB8F8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773E5-C790-A144-D126-BC204FD29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21147-54D0-C713-603E-DEA859665459}"/>
              </a:ext>
            </a:extLst>
          </p:cNvPr>
          <p:cNvSpPr>
            <a:spLocks noGrp="1"/>
          </p:cNvSpPr>
          <p:nvPr>
            <p:ph type="body" idx="1"/>
          </p:nvPr>
        </p:nvSpPr>
        <p:spPr/>
        <p:txBody>
          <a:bodyPr/>
          <a:lstStyle/>
          <a:p>
            <a:pPr marL="171450" indent="-171450">
              <a:buFont typeface="Arial" panose="020B0604020202020204" pitchFamily="34" charset="0"/>
              <a:buChar char="•"/>
            </a:pPr>
            <a:endParaRPr lang="en-CA"/>
          </a:p>
        </p:txBody>
      </p:sp>
      <p:sp>
        <p:nvSpPr>
          <p:cNvPr id="4" name="Slide Number Placeholder 3">
            <a:extLst>
              <a:ext uri="{FF2B5EF4-FFF2-40B4-BE49-F238E27FC236}">
                <a16:creationId xmlns:a16="http://schemas.microsoft.com/office/drawing/2014/main" id="{A60F7F7E-DAB6-C7C6-5551-46BC4AA81B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F09A0-12D9-423B-94C5-140802D396A8}"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7353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CA"/>
          </a:p>
        </p:txBody>
      </p:sp>
      <p:sp>
        <p:nvSpPr>
          <p:cNvPr id="3" name="Shape 1"/>
          <p:cNvSpPr/>
          <p:nvPr/>
        </p:nvSpPr>
        <p:spPr>
          <a:xfrm>
            <a:off x="0" y="0"/>
            <a:ext cx="9144000" cy="5143500"/>
          </a:xfrm>
          <a:prstGeom prst="rect">
            <a:avLst/>
          </a:prstGeom>
          <a:solidFill>
            <a:srgbClr val="FFFFFF"/>
          </a:solidFill>
          <a:ln/>
        </p:spPr>
        <p:txBody>
          <a:bodyPr/>
          <a:lstStyle/>
          <a:p>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txBody>
          <a:bodyPr/>
          <a:lstStyle/>
          <a:p>
            <a:endParaRPr lang="en-PK"/>
          </a:p>
        </p:txBody>
      </p:sp>
      <p:sp>
        <p:nvSpPr>
          <p:cNvPr id="3" name="Shape 1"/>
          <p:cNvSpPr/>
          <p:nvPr/>
        </p:nvSpPr>
        <p:spPr>
          <a:xfrm>
            <a:off x="0" y="0"/>
            <a:ext cx="9144000" cy="5143500"/>
          </a:xfrm>
          <a:prstGeom prst="rect">
            <a:avLst/>
          </a:prstGeom>
          <a:solidFill>
            <a:srgbClr val="FFFFFF"/>
          </a:solidFill>
          <a:ln/>
        </p:spPr>
        <p:txBody>
          <a:bodyPr/>
          <a:lstStyle/>
          <a:p>
            <a:endParaRPr lang="en-PK"/>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Cover A">
    <p:spTree>
      <p:nvGrpSpPr>
        <p:cNvPr id="1" name=""/>
        <p:cNvGrpSpPr/>
        <p:nvPr/>
      </p:nvGrpSpPr>
      <p:grpSpPr>
        <a:xfrm>
          <a:off x="0" y="0"/>
          <a:ext cx="0" cy="0"/>
          <a:chOff x="0" y="0"/>
          <a:chExt cx="0" cy="0"/>
        </a:xfrm>
      </p:grpSpPr>
      <p:pic>
        <p:nvPicPr>
          <p:cNvPr id="13" name="HP Logo">
            <a:extLst>
              <a:ext uri="{FF2B5EF4-FFF2-40B4-BE49-F238E27FC236}">
                <a16:creationId xmlns:a16="http://schemas.microsoft.com/office/drawing/2014/main" id="{6A9A990F-4D84-E966-DAB8-DD0228B2851B}"/>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412085" y="4262498"/>
            <a:ext cx="481013" cy="481013"/>
          </a:xfrm>
          <a:prstGeom prst="rect">
            <a:avLst/>
          </a:prstGeom>
        </p:spPr>
      </p:pic>
      <p:sp>
        <p:nvSpPr>
          <p:cNvPr id="4" name="1000% Stripe">
            <a:extLst>
              <a:ext uri="{FF2B5EF4-FFF2-40B4-BE49-F238E27FC236}">
                <a16:creationId xmlns:a16="http://schemas.microsoft.com/office/drawing/2014/main" id="{FEE9E222-D2C7-B448-8029-A9B9C61CAA76}"/>
              </a:ext>
            </a:extLst>
          </p:cNvPr>
          <p:cNvSpPr>
            <a:spLocks noGrp="1" noRot="1" noChangeAspect="1" noMove="1" noResize="1"/>
          </p:cNvSpPr>
          <p:nvPr userDrawn="1"/>
        </p:nvSpPr>
        <p:spPr bwMode="ltGray">
          <a:xfrm>
            <a:off x="0" y="0"/>
            <a:ext cx="9144000" cy="5143500"/>
          </a:xfrm>
          <a:prstGeom prst="rect">
            <a:avLst/>
          </a:prstGeom>
          <a:blipFill>
            <a:blip>
              <a:extLst>
                <a:ext uri="{96DAC541-7B7A-43D3-8B79-37D633B846F1}">
                  <asvg:svgBlip xmlns:asvg="http://schemas.microsoft.com/office/drawing/2016/SVG/main" r:embed="rId3"/>
                </a:ext>
              </a:extLst>
            </a:blip>
            <a:stretch>
              <a:fillRect l="-70521" t="-430658" r="-36201" b="-6252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8" name="Title Placeholder">
            <a:extLst>
              <a:ext uri="{FF2B5EF4-FFF2-40B4-BE49-F238E27FC236}">
                <a16:creationId xmlns:a16="http://schemas.microsoft.com/office/drawing/2014/main" id="{4F166CCD-2E64-026D-3913-0DB5F4601F30}"/>
              </a:ext>
            </a:extLst>
          </p:cNvPr>
          <p:cNvSpPr>
            <a:spLocks noGrp="1"/>
          </p:cNvSpPr>
          <p:nvPr>
            <p:ph type="title" hasCustomPrompt="1"/>
          </p:nvPr>
        </p:nvSpPr>
        <p:spPr>
          <a:xfrm>
            <a:off x="466547" y="1353566"/>
            <a:ext cx="5104864" cy="1621935"/>
          </a:xfrm>
          <a:prstGeom prst="rect">
            <a:avLst/>
          </a:prstGeom>
        </p:spPr>
        <p:txBody>
          <a:bodyPr vert="horz" lIns="0" tIns="0" rIns="0" bIns="0" rtlCol="0" anchor="t">
            <a:noAutofit/>
          </a:bodyPr>
          <a:lstStyle>
            <a:lvl1pPr>
              <a:lnSpc>
                <a:spcPct val="80000"/>
              </a:lnSpc>
              <a:defRPr sz="4563" b="0" i="0">
                <a:latin typeface="+mj-lt"/>
              </a:defRPr>
            </a:lvl1pPr>
          </a:lstStyle>
          <a:p>
            <a:r>
              <a:rPr lang="en-US"/>
              <a:t>Click to write a presentation title that fits in 1-3 lines</a:t>
            </a:r>
          </a:p>
        </p:txBody>
      </p:sp>
      <p:sp>
        <p:nvSpPr>
          <p:cNvPr id="9" name="Text Placeholder">
            <a:extLst>
              <a:ext uri="{FF2B5EF4-FFF2-40B4-BE49-F238E27FC236}">
                <a16:creationId xmlns:a16="http://schemas.microsoft.com/office/drawing/2014/main" id="{CED5B329-7575-9268-0212-C49D5135A032}"/>
              </a:ext>
            </a:extLst>
          </p:cNvPr>
          <p:cNvSpPr>
            <a:spLocks noGrp="1"/>
          </p:cNvSpPr>
          <p:nvPr>
            <p:ph type="body" sz="quarter" idx="13" hasCustomPrompt="1"/>
          </p:nvPr>
        </p:nvSpPr>
        <p:spPr>
          <a:xfrm>
            <a:off x="466547" y="3148425"/>
            <a:ext cx="5104864" cy="605831"/>
          </a:xfrm>
        </p:spPr>
        <p:txBody>
          <a:bodyPr rIns="0">
            <a:noAutofit/>
          </a:bodyPr>
          <a:lstStyle>
            <a:lvl1pPr marL="0" indent="0">
              <a:lnSpc>
                <a:spcPct val="100000"/>
              </a:lnSpc>
              <a:buFontTx/>
              <a:buNone/>
              <a:defRPr sz="1125">
                <a:latin typeface="+mn-l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write a subtitle that is 1-3 lines long.  </a:t>
            </a:r>
          </a:p>
        </p:txBody>
      </p:sp>
      <p:sp>
        <p:nvSpPr>
          <p:cNvPr id="12" name="Text Placeholder - Date">
            <a:extLst>
              <a:ext uri="{FF2B5EF4-FFF2-40B4-BE49-F238E27FC236}">
                <a16:creationId xmlns:a16="http://schemas.microsoft.com/office/drawing/2014/main" id="{4033127B-A035-4769-46DE-A3145D3CCC12}"/>
              </a:ext>
            </a:extLst>
          </p:cNvPr>
          <p:cNvSpPr>
            <a:spLocks noGrp="1"/>
          </p:cNvSpPr>
          <p:nvPr>
            <p:ph type="body" sz="quarter" idx="14" hasCustomPrompt="1"/>
          </p:nvPr>
        </p:nvSpPr>
        <p:spPr>
          <a:xfrm>
            <a:off x="1180475" y="4270886"/>
            <a:ext cx="4038665" cy="445396"/>
          </a:xfrm>
        </p:spPr>
        <p:txBody>
          <a:bodyPr anchor="ctr">
            <a:noAutofit/>
          </a:bodyPr>
          <a:lstStyle>
            <a:lvl1pPr marL="0" indent="0">
              <a:buFontTx/>
              <a:buNone/>
              <a:defRPr sz="975" b="0" i="0" baseline="0">
                <a:solidFill>
                  <a:schemeClr val="tx1">
                    <a:lumMod val="75000"/>
                    <a:lumOff val="25000"/>
                  </a:schemeClr>
                </a:solidFill>
                <a:latin typeface="+mn-l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January 1st, 2026</a:t>
            </a:r>
          </a:p>
        </p:txBody>
      </p:sp>
      <p:sp>
        <p:nvSpPr>
          <p:cNvPr id="10" name="Text 7">
            <a:extLst>
              <a:ext uri="{FF2B5EF4-FFF2-40B4-BE49-F238E27FC236}">
                <a16:creationId xmlns:a16="http://schemas.microsoft.com/office/drawing/2014/main" id="{C7ED1080-9252-BE24-26DD-13164C672F59}"/>
              </a:ext>
            </a:extLst>
          </p:cNvPr>
          <p:cNvSpPr/>
          <p:nvPr userDrawn="1"/>
        </p:nvSpPr>
        <p:spPr>
          <a:xfrm>
            <a:off x="466547" y="507246"/>
            <a:ext cx="3919389" cy="218480"/>
          </a:xfrm>
          <a:prstGeom prst="rect">
            <a:avLst/>
          </a:prstGeom>
          <a:noFill/>
          <a:ln/>
        </p:spPr>
        <p:txBody>
          <a:bodyPr wrap="none" lIns="0" tIns="0" rIns="0" bIns="0" rtlCol="0" anchor="t"/>
          <a:lstStyle/>
          <a:p>
            <a:pPr marL="0" indent="0" algn="l">
              <a:lnSpc>
                <a:spcPts val="1719"/>
              </a:lnSpc>
              <a:buNone/>
            </a:pPr>
            <a:r>
              <a:rPr lang="en-US" sz="1063" b="1" i="1">
                <a:solidFill>
                  <a:srgbClr val="000000"/>
                </a:solidFill>
                <a:latin typeface="HP Forma DJR Office" pitchFamily="34" charset="0"/>
                <a:ea typeface="HP Forma DJR Office" pitchFamily="34" charset="-122"/>
                <a:cs typeface="HP Forma DJR Office" pitchFamily="34" charset="-120"/>
              </a:rPr>
              <a:t>Confidential – For internal HP use only.</a:t>
            </a:r>
            <a:endParaRPr lang="en-US" sz="1063"/>
          </a:p>
        </p:txBody>
      </p:sp>
      <p:pic>
        <p:nvPicPr>
          <p:cNvPr id="3" name="Graphic 2">
            <a:extLst>
              <a:ext uri="{FF2B5EF4-FFF2-40B4-BE49-F238E27FC236}">
                <a16:creationId xmlns:a16="http://schemas.microsoft.com/office/drawing/2014/main" id="{3E75E86F-0D2A-8B54-57DA-8DE5A19B991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84833" y="4294056"/>
            <a:ext cx="1817688" cy="587375"/>
          </a:xfrm>
          <a:prstGeom prst="rect">
            <a:avLst/>
          </a:prstGeom>
        </p:spPr>
      </p:pic>
    </p:spTree>
    <p:extLst>
      <p:ext uri="{BB962C8B-B14F-4D97-AF65-F5344CB8AC3E}">
        <p14:creationId xmlns:p14="http://schemas.microsoft.com/office/powerpoint/2010/main" val="235938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Logo End Slide">
    <p:spTree>
      <p:nvGrpSpPr>
        <p:cNvPr id="1" name=""/>
        <p:cNvGrpSpPr/>
        <p:nvPr/>
      </p:nvGrpSpPr>
      <p:grpSpPr>
        <a:xfrm>
          <a:off x="0" y="0"/>
          <a:ext cx="0" cy="0"/>
          <a:chOff x="0" y="0"/>
          <a:chExt cx="0" cy="0"/>
        </a:xfrm>
      </p:grpSpPr>
      <p:sp>
        <p:nvSpPr>
          <p:cNvPr id="5" name="1000% Stripe">
            <a:extLst>
              <a:ext uri="{FF2B5EF4-FFF2-40B4-BE49-F238E27FC236}">
                <a16:creationId xmlns:a16="http://schemas.microsoft.com/office/drawing/2014/main" id="{D95A311B-A27A-3299-76E4-EEB8C4FF1BF7}"/>
              </a:ext>
            </a:extLst>
          </p:cNvPr>
          <p:cNvSpPr>
            <a:spLocks noGrp="1" noRot="1" noChangeAspect="1" noMove="1" noResize="1"/>
          </p:cNvSpPr>
          <p:nvPr userDrawn="1"/>
        </p:nvSpPr>
        <p:spPr bwMode="ltGray">
          <a:xfrm>
            <a:off x="0" y="0"/>
            <a:ext cx="9144000" cy="5143500"/>
          </a:xfrm>
          <a:prstGeom prst="rect">
            <a:avLst/>
          </a:prstGeom>
          <a:blipFill>
            <a:blip>
              <a:extLst>
                <a:ext uri="{96DAC541-7B7A-43D3-8B79-37D633B846F1}">
                  <asvg:svgBlip xmlns:asvg="http://schemas.microsoft.com/office/drawing/2016/SVG/main" r:embed="rId2"/>
                </a:ext>
              </a:extLst>
            </a:blip>
            <a:stretch>
              <a:fillRect l="-131069" t="14918" r="-10585" b="-69239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pic>
        <p:nvPicPr>
          <p:cNvPr id="8" name="HP Logo">
            <a:extLst>
              <a:ext uri="{FF2B5EF4-FFF2-40B4-BE49-F238E27FC236}">
                <a16:creationId xmlns:a16="http://schemas.microsoft.com/office/drawing/2014/main" id="{A3BFCA15-BE7A-64C7-6EB6-9BE14A87C7B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4625408" y="2564249"/>
            <a:ext cx="689741" cy="689741"/>
          </a:xfrm>
          <a:prstGeom prst="rect">
            <a:avLst/>
          </a:prstGeom>
        </p:spPr>
      </p:pic>
    </p:spTree>
    <p:extLst>
      <p:ext uri="{BB962C8B-B14F-4D97-AF65-F5344CB8AC3E}">
        <p14:creationId xmlns:p14="http://schemas.microsoft.com/office/powerpoint/2010/main" val="3836190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8_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1BE5B4A-7B80-F7C0-3D4F-91947FABF1AE}"/>
              </a:ext>
            </a:extLst>
          </p:cNvPr>
          <p:cNvSpPr>
            <a:spLocks noGrp="1"/>
          </p:cNvSpPr>
          <p:nvPr>
            <p:ph type="title" hasCustomPrompt="1"/>
          </p:nvPr>
        </p:nvSpPr>
        <p:spPr>
          <a:xfrm>
            <a:off x="514351" y="438531"/>
            <a:ext cx="2977266" cy="677479"/>
          </a:xfrm>
          <a:prstGeom prst="rect">
            <a:avLst/>
          </a:prstGeom>
        </p:spPr>
        <p:txBody>
          <a:bodyPr lIns="0" tIns="0" rIns="0" bIns="0">
            <a:normAutofit/>
          </a:bodyPr>
          <a:lstStyle>
            <a:lvl1pPr>
              <a:defRPr sz="4125" b="0" i="0">
                <a:latin typeface="HP Forma DJR Office" pitchFamily="2" charset="77"/>
              </a:defRPr>
            </a:lvl1pPr>
          </a:lstStyle>
          <a:p>
            <a:r>
              <a:rPr lang="en-US"/>
              <a:t>Agenda</a:t>
            </a:r>
            <a:endParaRPr lang="en-BR"/>
          </a:p>
        </p:txBody>
      </p:sp>
      <p:sp>
        <p:nvSpPr>
          <p:cNvPr id="19" name="Text Placeholder 32">
            <a:extLst>
              <a:ext uri="{FF2B5EF4-FFF2-40B4-BE49-F238E27FC236}">
                <a16:creationId xmlns:a16="http://schemas.microsoft.com/office/drawing/2014/main" id="{03217E14-3AB1-4F85-70A6-A197146D65A4}"/>
              </a:ext>
            </a:extLst>
          </p:cNvPr>
          <p:cNvSpPr>
            <a:spLocks noGrp="1"/>
          </p:cNvSpPr>
          <p:nvPr>
            <p:ph type="body" sz="quarter" idx="13"/>
          </p:nvPr>
        </p:nvSpPr>
        <p:spPr>
          <a:xfrm>
            <a:off x="514350" y="1351190"/>
            <a:ext cx="4426531" cy="285750"/>
          </a:xfrm>
          <a:prstGeom prst="rect">
            <a:avLst/>
          </a:prstGeom>
        </p:spPr>
        <p:txBody>
          <a:bodyPr lIns="0" tIns="0" rIns="0" bIns="0">
            <a:noAutofit/>
          </a:bodyPr>
          <a:lstStyle>
            <a:lvl1pPr marL="0" indent="0" algn="l">
              <a:spcBef>
                <a:spcPts val="0"/>
              </a:spcBef>
              <a:buNone/>
              <a:defRPr sz="1500" b="0" i="0">
                <a:latin typeface="HP Forma DJR Office" pitchFamily="2" charset="77"/>
              </a:defRPr>
            </a:lvl1pPr>
            <a:lvl2pPr marL="342884" indent="0" algn="l">
              <a:buNone/>
              <a:defRPr sz="1650" b="0" i="0">
                <a:latin typeface="Forma DJR Micro" pitchFamily="2" charset="77"/>
              </a:defRPr>
            </a:lvl2pPr>
            <a:lvl3pPr marL="685769" indent="0" algn="l">
              <a:buNone/>
              <a:defRPr sz="1650" b="0" i="0">
                <a:latin typeface="Forma DJR Micro" pitchFamily="2" charset="77"/>
              </a:defRPr>
            </a:lvl3pPr>
            <a:lvl4pPr marL="1028652" indent="0" algn="l">
              <a:buNone/>
              <a:defRPr sz="1650" b="0" i="0">
                <a:latin typeface="Forma DJR Micro" pitchFamily="2" charset="77"/>
              </a:defRPr>
            </a:lvl4pPr>
            <a:lvl5pPr marL="1371536" indent="0" algn="l">
              <a:buNone/>
              <a:defRPr sz="1650" b="0" i="0">
                <a:latin typeface="Forma DJR Micro" pitchFamily="2" charset="77"/>
              </a:defRPr>
            </a:lvl5pPr>
          </a:lstStyle>
          <a:p>
            <a:pPr lvl="0"/>
            <a:endParaRPr lang="en-US"/>
          </a:p>
        </p:txBody>
      </p:sp>
      <p:sp>
        <p:nvSpPr>
          <p:cNvPr id="3" name="Text Placeholder 32">
            <a:extLst>
              <a:ext uri="{FF2B5EF4-FFF2-40B4-BE49-F238E27FC236}">
                <a16:creationId xmlns:a16="http://schemas.microsoft.com/office/drawing/2014/main" id="{D96E9CA5-32D3-4644-F146-8A54E254B5CC}"/>
              </a:ext>
            </a:extLst>
          </p:cNvPr>
          <p:cNvSpPr>
            <a:spLocks noGrp="1"/>
          </p:cNvSpPr>
          <p:nvPr>
            <p:ph type="body" sz="quarter" idx="14"/>
          </p:nvPr>
        </p:nvSpPr>
        <p:spPr>
          <a:xfrm>
            <a:off x="793193" y="1729246"/>
            <a:ext cx="4426531" cy="1247579"/>
          </a:xfrm>
          <a:prstGeom prst="rect">
            <a:avLst/>
          </a:prstGeom>
        </p:spPr>
        <p:txBody>
          <a:bodyPr lIns="0" tIns="0" rIns="0" bIns="0">
            <a:noAutofit/>
          </a:bodyPr>
          <a:lstStyle>
            <a:lvl1pPr marL="0" indent="0" algn="l">
              <a:spcBef>
                <a:spcPts val="0"/>
              </a:spcBef>
              <a:buNone/>
              <a:defRPr sz="1500" b="0" i="0">
                <a:latin typeface="HP Forma DJR Office" pitchFamily="2" charset="77"/>
              </a:defRPr>
            </a:lvl1pPr>
            <a:lvl2pPr marL="342884" indent="0" algn="l">
              <a:buNone/>
              <a:defRPr sz="1650" b="0" i="0">
                <a:latin typeface="Forma DJR Micro" pitchFamily="2" charset="77"/>
              </a:defRPr>
            </a:lvl2pPr>
            <a:lvl3pPr marL="685769" indent="0" algn="l">
              <a:buNone/>
              <a:defRPr sz="1650" b="0" i="0">
                <a:latin typeface="Forma DJR Micro" pitchFamily="2" charset="77"/>
              </a:defRPr>
            </a:lvl3pPr>
            <a:lvl4pPr marL="1028652" indent="0" algn="l">
              <a:buNone/>
              <a:defRPr sz="1650" b="0" i="0">
                <a:latin typeface="Forma DJR Micro" pitchFamily="2" charset="77"/>
              </a:defRPr>
            </a:lvl4pPr>
            <a:lvl5pPr marL="1371536" indent="0" algn="l">
              <a:buNone/>
              <a:defRPr sz="1650" b="0" i="0">
                <a:latin typeface="Forma DJR Micro" pitchFamily="2" charset="77"/>
              </a:defRPr>
            </a:lvl5pPr>
          </a:lstStyle>
          <a:p>
            <a:pPr lvl="0"/>
            <a:endParaRPr lang="en-US"/>
          </a:p>
        </p:txBody>
      </p:sp>
    </p:spTree>
    <p:extLst>
      <p:ext uri="{BB962C8B-B14F-4D97-AF65-F5344CB8AC3E}">
        <p14:creationId xmlns:p14="http://schemas.microsoft.com/office/powerpoint/2010/main" val="2987208466"/>
      </p:ext>
    </p:extLst>
  </p:cSld>
  <p:clrMapOvr>
    <a:masterClrMapping/>
  </p:clrMapOvr>
  <p:extLst>
    <p:ext uri="{DCECCB84-F9BA-43D5-87BE-67443E8EF086}">
      <p15:sldGuideLst xmlns:p15="http://schemas.microsoft.com/office/powerpoint/2012/main">
        <p15:guide id="1" orient="horz" pos="712">
          <p15:clr>
            <a:srgbClr val="FBAE40"/>
          </p15:clr>
        </p15:guide>
        <p15:guide id="2" pos="71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9B95-1DF8-48C8-A979-FE892EF08A8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984851B7-966A-68D4-741C-1AC73C1D11D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E141370-51DC-070B-1B03-7124BB4ACBDD}"/>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95808A4F-A2E4-0E73-E18E-0A3D29045E0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C63401-62F2-BE47-1E96-E263ACBA7281}"/>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3646329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C9DF1-6B0C-E350-CCFE-808CA8856A4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364B136-E7BE-6ECB-D29D-1598526D4F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BAAFAD1-7281-3440-5560-2AFDF28668A5}"/>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EC011ED9-6FE7-E4B1-5E3B-8B9006A0383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BE08854-598F-A01C-8E09-494971971624}"/>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4047792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95FB-2CB4-F434-9F40-B95DA6B107C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4D38D3D-D40C-0DE4-3551-708A6557E2A8}"/>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303AB9-0D6A-F1B8-ECEE-4BAD6858DC15}"/>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9693329C-3689-0A6E-D0CB-9F03D6E3822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3F94EF6-AA1A-C718-F3CD-CA86DA06600D}"/>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36217858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B4B3-935E-9F5E-5F43-8022D5F1C7B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98E4EA-6075-2EE2-626F-9FAFB5A1F6BD}"/>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3FC9084-7E68-107E-737C-EF59F309055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2BD3C41-12C6-6087-AB7B-91092BE201B1}"/>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6" name="Footer Placeholder 5">
            <a:extLst>
              <a:ext uri="{FF2B5EF4-FFF2-40B4-BE49-F238E27FC236}">
                <a16:creationId xmlns:a16="http://schemas.microsoft.com/office/drawing/2014/main" id="{2EDE2DEA-5342-21E4-1B10-35FE572A129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0054708-1E67-AFFF-B3BA-6887E8E69CA8}"/>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9715968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19AF-F0AC-DB0A-359A-132CF42BB089}"/>
              </a:ext>
            </a:extLst>
          </p:cNvPr>
          <p:cNvSpPr>
            <a:spLocks noGrp="1"/>
          </p:cNvSpPr>
          <p:nvPr>
            <p:ph type="title"/>
          </p:nvPr>
        </p:nvSpPr>
        <p:spPr>
          <a:xfrm>
            <a:off x="629841" y="273844"/>
            <a:ext cx="7886700" cy="994172"/>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BCC42D4-E89F-1717-C31F-B1D68222F04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C75C8-8430-B91C-2308-29C878FEF2AE}"/>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388556F-3F60-9884-202C-AF3CAC77E6B7}"/>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1E1FDAF-D437-23A7-AC18-2EDA4C6D9864}"/>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D8E034E-2885-EFE6-EF6A-73347FB16DC2}"/>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8" name="Footer Placeholder 7">
            <a:extLst>
              <a:ext uri="{FF2B5EF4-FFF2-40B4-BE49-F238E27FC236}">
                <a16:creationId xmlns:a16="http://schemas.microsoft.com/office/drawing/2014/main" id="{E0791A07-60F2-2F30-4383-4DAD6589C78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9832A11-9CFD-D301-DBDC-F2FA9781F3FD}"/>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13557253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3D75-2931-F9D3-8126-075E1EB5FCE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9685F8F-A1BD-3A1E-B6D7-28779D9BB8F9}"/>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4" name="Footer Placeholder 3">
            <a:extLst>
              <a:ext uri="{FF2B5EF4-FFF2-40B4-BE49-F238E27FC236}">
                <a16:creationId xmlns:a16="http://schemas.microsoft.com/office/drawing/2014/main" id="{7BF15419-B480-6C30-14B1-9C5DA02E597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8C44329-D8B1-61EA-F173-1C69F078B5F5}"/>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1033048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7DC788-2667-C855-CE0F-AF2B991E97C5}"/>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3" name="Footer Placeholder 2">
            <a:extLst>
              <a:ext uri="{FF2B5EF4-FFF2-40B4-BE49-F238E27FC236}">
                <a16:creationId xmlns:a16="http://schemas.microsoft.com/office/drawing/2014/main" id="{652C5329-D200-3D01-8D45-7E7B2C96B46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51E0256-E575-CC28-195F-DF4F7B1BC7F5}"/>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11032107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B4191-97A2-3DD0-0FC3-0526DC4F503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94060B0-8880-488A-4218-21108D21C3C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B154F95-A354-B7E3-68C1-0E7EF24D783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7DF0B2-36D0-F1F8-37FE-1397536BF638}"/>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6" name="Footer Placeholder 5">
            <a:extLst>
              <a:ext uri="{FF2B5EF4-FFF2-40B4-BE49-F238E27FC236}">
                <a16:creationId xmlns:a16="http://schemas.microsoft.com/office/drawing/2014/main" id="{A19C4EBF-2286-93B1-FF4F-0E801108A21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BC7C974-B9EA-2785-2886-BAC7EBC0D3C0}"/>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11865576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2B4C-7863-E789-EC2F-13B60ED6F29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31BF085-E170-DF49-D788-C8C63F7FB51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7ED8E249-48B4-3F70-6134-46A0F1B8F89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B1AD5BC-D107-4942-ABE0-48CB0C770968}"/>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6" name="Footer Placeholder 5">
            <a:extLst>
              <a:ext uri="{FF2B5EF4-FFF2-40B4-BE49-F238E27FC236}">
                <a16:creationId xmlns:a16="http://schemas.microsoft.com/office/drawing/2014/main" id="{F850EABA-452A-1EE1-8003-05D4ACB430C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5D463BA-4E32-9E3A-D08D-375F5235D650}"/>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26440991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79E06-168A-CB4E-6BED-730966B57FE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F2B7733-C0D6-E0FD-00A0-6B861CB08C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C00FC9E-C80C-4812-986E-A226F818CB53}"/>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79FB124C-0D14-ED7E-C035-6EBE6F8125D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857E694-481D-E79F-F971-F1114C38E1CE}"/>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540874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7F054C-0E52-EC07-F0D8-56FC69EF98BA}"/>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F4638F2-4480-74E2-B955-3991E8250E37}"/>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B88D708-1B55-2FFD-5B1D-4FC278858D50}"/>
              </a:ext>
            </a:extLst>
          </p:cNvPr>
          <p:cNvSpPr>
            <a:spLocks noGrp="1"/>
          </p:cNvSpPr>
          <p:nvPr>
            <p:ph type="dt" sz="half" idx="10"/>
          </p:nvPr>
        </p:nvSpPr>
        <p:spPr/>
        <p:txBody>
          <a:body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965E29CF-8566-C1FC-4F76-69ACE43D745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E87EA4-650D-2850-9C22-34E1EBEFC725}"/>
              </a:ext>
            </a:extLst>
          </p:cNvPr>
          <p:cNvSpPr>
            <a:spLocks noGrp="1"/>
          </p:cNvSpPr>
          <p:nvPr>
            <p:ph type="sldNum" sz="quarter" idx="12"/>
          </p:nvPr>
        </p:nvSpPr>
        <p:spPr/>
        <p:txBody>
          <a:bodyPr/>
          <a:lstStyle/>
          <a:p>
            <a:fld id="{AB8B613C-F6AA-4A5C-9B01-19AAE67ECAC7}" type="slidenum">
              <a:rPr lang="en-CA" smtClean="0"/>
              <a:t>‹#›</a:t>
            </a:fld>
            <a:endParaRPr lang="en-CA"/>
          </a:p>
        </p:txBody>
      </p:sp>
    </p:spTree>
    <p:extLst>
      <p:ext uri="{BB962C8B-B14F-4D97-AF65-F5344CB8AC3E}">
        <p14:creationId xmlns:p14="http://schemas.microsoft.com/office/powerpoint/2010/main" val="7524314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xfrm>
            <a:off x="161265" y="4816665"/>
            <a:ext cx="208238" cy="171472"/>
          </a:xfrm>
          <a:prstGeom prst="rect">
            <a:avLst/>
          </a:prstGeom>
        </p:spPr>
        <p:txBody>
          <a:bodyPr/>
          <a:lstStyle>
            <a:lvl1pPr>
              <a:defRPr b="0" i="0">
                <a:latin typeface="HP Forma DJR Office" pitchFamily="2" charset="77"/>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340721101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8_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1BE5B4A-7B80-F7C0-3D4F-91947FABF1AE}"/>
              </a:ext>
            </a:extLst>
          </p:cNvPr>
          <p:cNvSpPr>
            <a:spLocks noGrp="1"/>
          </p:cNvSpPr>
          <p:nvPr>
            <p:ph type="title" hasCustomPrompt="1"/>
          </p:nvPr>
        </p:nvSpPr>
        <p:spPr>
          <a:xfrm>
            <a:off x="514351" y="438531"/>
            <a:ext cx="2977266" cy="677479"/>
          </a:xfrm>
          <a:prstGeom prst="rect">
            <a:avLst/>
          </a:prstGeom>
        </p:spPr>
        <p:txBody>
          <a:bodyPr lIns="0" tIns="0" rIns="0" bIns="0">
            <a:normAutofit/>
          </a:bodyPr>
          <a:lstStyle>
            <a:lvl1pPr>
              <a:defRPr sz="4125" b="0" i="0">
                <a:latin typeface="HP Forma DJR Office" pitchFamily="2" charset="77"/>
              </a:defRPr>
            </a:lvl1pPr>
          </a:lstStyle>
          <a:p>
            <a:r>
              <a:rPr lang="en-US"/>
              <a:t>Agenda</a:t>
            </a:r>
            <a:endParaRPr lang="en-BR"/>
          </a:p>
        </p:txBody>
      </p:sp>
      <p:sp>
        <p:nvSpPr>
          <p:cNvPr id="19" name="Text Placeholder 32">
            <a:extLst>
              <a:ext uri="{FF2B5EF4-FFF2-40B4-BE49-F238E27FC236}">
                <a16:creationId xmlns:a16="http://schemas.microsoft.com/office/drawing/2014/main" id="{03217E14-3AB1-4F85-70A6-A197146D65A4}"/>
              </a:ext>
            </a:extLst>
          </p:cNvPr>
          <p:cNvSpPr>
            <a:spLocks noGrp="1"/>
          </p:cNvSpPr>
          <p:nvPr>
            <p:ph type="body" sz="quarter" idx="13"/>
          </p:nvPr>
        </p:nvSpPr>
        <p:spPr>
          <a:xfrm>
            <a:off x="514350" y="1351190"/>
            <a:ext cx="4426531" cy="285750"/>
          </a:xfrm>
          <a:prstGeom prst="rect">
            <a:avLst/>
          </a:prstGeom>
        </p:spPr>
        <p:txBody>
          <a:bodyPr lIns="0" tIns="0" rIns="0" bIns="0">
            <a:noAutofit/>
          </a:bodyPr>
          <a:lstStyle>
            <a:lvl1pPr marL="0" indent="0" algn="l">
              <a:spcBef>
                <a:spcPts val="0"/>
              </a:spcBef>
              <a:buNone/>
              <a:defRPr sz="1500" b="0" i="0">
                <a:latin typeface="HP Forma DJR Office" pitchFamily="2" charset="77"/>
              </a:defRPr>
            </a:lvl1pPr>
            <a:lvl2pPr marL="342884" indent="0" algn="l">
              <a:buNone/>
              <a:defRPr sz="1650" b="0" i="0">
                <a:latin typeface="Forma DJR Micro" pitchFamily="2" charset="77"/>
              </a:defRPr>
            </a:lvl2pPr>
            <a:lvl3pPr marL="685769" indent="0" algn="l">
              <a:buNone/>
              <a:defRPr sz="1650" b="0" i="0">
                <a:latin typeface="Forma DJR Micro" pitchFamily="2" charset="77"/>
              </a:defRPr>
            </a:lvl3pPr>
            <a:lvl4pPr marL="1028652" indent="0" algn="l">
              <a:buNone/>
              <a:defRPr sz="1650" b="0" i="0">
                <a:latin typeface="Forma DJR Micro" pitchFamily="2" charset="77"/>
              </a:defRPr>
            </a:lvl4pPr>
            <a:lvl5pPr marL="1371536" indent="0" algn="l">
              <a:buNone/>
              <a:defRPr sz="1650" b="0" i="0">
                <a:latin typeface="Forma DJR Micro" pitchFamily="2" charset="77"/>
              </a:defRPr>
            </a:lvl5pPr>
          </a:lstStyle>
          <a:p>
            <a:pPr lvl="0"/>
            <a:endParaRPr lang="en-US"/>
          </a:p>
        </p:txBody>
      </p:sp>
      <p:sp>
        <p:nvSpPr>
          <p:cNvPr id="3" name="Text Placeholder 32">
            <a:extLst>
              <a:ext uri="{FF2B5EF4-FFF2-40B4-BE49-F238E27FC236}">
                <a16:creationId xmlns:a16="http://schemas.microsoft.com/office/drawing/2014/main" id="{D96E9CA5-32D3-4644-F146-8A54E254B5CC}"/>
              </a:ext>
            </a:extLst>
          </p:cNvPr>
          <p:cNvSpPr>
            <a:spLocks noGrp="1"/>
          </p:cNvSpPr>
          <p:nvPr>
            <p:ph type="body" sz="quarter" idx="14"/>
          </p:nvPr>
        </p:nvSpPr>
        <p:spPr>
          <a:xfrm>
            <a:off x="793193" y="1729246"/>
            <a:ext cx="4426531" cy="1247579"/>
          </a:xfrm>
          <a:prstGeom prst="rect">
            <a:avLst/>
          </a:prstGeom>
        </p:spPr>
        <p:txBody>
          <a:bodyPr lIns="0" tIns="0" rIns="0" bIns="0">
            <a:noAutofit/>
          </a:bodyPr>
          <a:lstStyle>
            <a:lvl1pPr marL="0" indent="0" algn="l">
              <a:spcBef>
                <a:spcPts val="0"/>
              </a:spcBef>
              <a:buNone/>
              <a:defRPr sz="1500" b="0" i="0">
                <a:latin typeface="HP Forma DJR Office" pitchFamily="2" charset="77"/>
              </a:defRPr>
            </a:lvl1pPr>
            <a:lvl2pPr marL="342884" indent="0" algn="l">
              <a:buNone/>
              <a:defRPr sz="1650" b="0" i="0">
                <a:latin typeface="Forma DJR Micro" pitchFamily="2" charset="77"/>
              </a:defRPr>
            </a:lvl2pPr>
            <a:lvl3pPr marL="685769" indent="0" algn="l">
              <a:buNone/>
              <a:defRPr sz="1650" b="0" i="0">
                <a:latin typeface="Forma DJR Micro" pitchFamily="2" charset="77"/>
              </a:defRPr>
            </a:lvl3pPr>
            <a:lvl4pPr marL="1028652" indent="0" algn="l">
              <a:buNone/>
              <a:defRPr sz="1650" b="0" i="0">
                <a:latin typeface="Forma DJR Micro" pitchFamily="2" charset="77"/>
              </a:defRPr>
            </a:lvl4pPr>
            <a:lvl5pPr marL="1371536" indent="0" algn="l">
              <a:buNone/>
              <a:defRPr sz="1650" b="0" i="0">
                <a:latin typeface="Forma DJR Micro" pitchFamily="2" charset="77"/>
              </a:defRPr>
            </a:lvl5pPr>
          </a:lstStyle>
          <a:p>
            <a:pPr lvl="0"/>
            <a:endParaRPr lang="en-US"/>
          </a:p>
        </p:txBody>
      </p:sp>
    </p:spTree>
    <p:extLst>
      <p:ext uri="{BB962C8B-B14F-4D97-AF65-F5344CB8AC3E}">
        <p14:creationId xmlns:p14="http://schemas.microsoft.com/office/powerpoint/2010/main" val="1255208694"/>
      </p:ext>
    </p:extLst>
  </p:cSld>
  <p:clrMapOvr>
    <a:masterClrMapping/>
  </p:clrMapOvr>
  <p:extLst>
    <p:ext uri="{DCECCB84-F9BA-43D5-87BE-67443E8EF086}">
      <p15:sldGuideLst xmlns:p15="http://schemas.microsoft.com/office/powerpoint/2012/main">
        <p15:guide id="1" orient="horz" pos="712">
          <p15:clr>
            <a:srgbClr val="FBAE40"/>
          </p15:clr>
        </p15:guide>
        <p15:guide id="2" pos="71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A1F9033B-288A-B59D-53C3-564AA9FD9A75}"/>
              </a:ext>
            </a:extLst>
          </p:cNvPr>
          <p:cNvSpPr/>
          <p:nvPr userDrawn="1"/>
        </p:nvSpPr>
        <p:spPr bwMode="ltGray">
          <a:xfrm>
            <a:off x="5289550" y="-1"/>
            <a:ext cx="1905000" cy="3693926"/>
          </a:xfrm>
          <a:prstGeom prst="parallelogram">
            <a:avLst>
              <a:gd name="adj" fmla="val 7199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sp>
        <p:nvSpPr>
          <p:cNvPr id="3" name="Parallelogram 2">
            <a:extLst>
              <a:ext uri="{FF2B5EF4-FFF2-40B4-BE49-F238E27FC236}">
                <a16:creationId xmlns:a16="http://schemas.microsoft.com/office/drawing/2014/main" id="{A25D2EE2-7864-9E28-BE76-5D0EC4EBEE21}"/>
              </a:ext>
            </a:extLst>
          </p:cNvPr>
          <p:cNvSpPr/>
          <p:nvPr userDrawn="1"/>
        </p:nvSpPr>
        <p:spPr bwMode="ltGray">
          <a:xfrm>
            <a:off x="6686550" y="1449574"/>
            <a:ext cx="1905000" cy="3693926"/>
          </a:xfrm>
          <a:prstGeom prst="parallelogram">
            <a:avLst>
              <a:gd name="adj" fmla="val 7199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pic>
        <p:nvPicPr>
          <p:cNvPr id="4" name="Picture 3" descr="A blue circle with white letters on it&#10;&#10;AI-generated content may be incorrect.">
            <a:extLst>
              <a:ext uri="{FF2B5EF4-FFF2-40B4-BE49-F238E27FC236}">
                <a16:creationId xmlns:a16="http://schemas.microsoft.com/office/drawing/2014/main" id="{2C6527FE-219C-93E3-EF06-6E7F3F02B2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62429" y="142876"/>
            <a:ext cx="232200" cy="232200"/>
          </a:xfrm>
          <a:prstGeom prst="rect">
            <a:avLst/>
          </a:prstGeom>
        </p:spPr>
      </p:pic>
    </p:spTree>
    <p:extLst>
      <p:ext uri="{BB962C8B-B14F-4D97-AF65-F5344CB8AC3E}">
        <p14:creationId xmlns:p14="http://schemas.microsoft.com/office/powerpoint/2010/main" val="9313094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A1F9033B-288A-B59D-53C3-564AA9FD9A75}"/>
              </a:ext>
            </a:extLst>
          </p:cNvPr>
          <p:cNvSpPr/>
          <p:nvPr userDrawn="1"/>
        </p:nvSpPr>
        <p:spPr bwMode="ltGray">
          <a:xfrm>
            <a:off x="5289550" y="-1"/>
            <a:ext cx="1905000" cy="3693926"/>
          </a:xfrm>
          <a:prstGeom prst="parallelogram">
            <a:avLst>
              <a:gd name="adj" fmla="val 7199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sp>
        <p:nvSpPr>
          <p:cNvPr id="3" name="Parallelogram 2">
            <a:extLst>
              <a:ext uri="{FF2B5EF4-FFF2-40B4-BE49-F238E27FC236}">
                <a16:creationId xmlns:a16="http://schemas.microsoft.com/office/drawing/2014/main" id="{A25D2EE2-7864-9E28-BE76-5D0EC4EBEE21}"/>
              </a:ext>
            </a:extLst>
          </p:cNvPr>
          <p:cNvSpPr/>
          <p:nvPr userDrawn="1"/>
        </p:nvSpPr>
        <p:spPr bwMode="ltGray">
          <a:xfrm>
            <a:off x="6686550" y="1449574"/>
            <a:ext cx="1905000" cy="3693926"/>
          </a:xfrm>
          <a:prstGeom prst="parallelogram">
            <a:avLst>
              <a:gd name="adj" fmla="val 7199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pic>
        <p:nvPicPr>
          <p:cNvPr id="4" name="Picture 3" descr="A blue circle with white letters on it&#10;&#10;AI-generated content may be incorrect.">
            <a:extLst>
              <a:ext uri="{FF2B5EF4-FFF2-40B4-BE49-F238E27FC236}">
                <a16:creationId xmlns:a16="http://schemas.microsoft.com/office/drawing/2014/main" id="{98C1C06E-01C2-42A1-F990-EFE40516A0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62429" y="142876"/>
            <a:ext cx="232200" cy="232200"/>
          </a:xfrm>
          <a:prstGeom prst="rect">
            <a:avLst/>
          </a:prstGeom>
        </p:spPr>
      </p:pic>
    </p:spTree>
    <p:extLst>
      <p:ext uri="{BB962C8B-B14F-4D97-AF65-F5344CB8AC3E}">
        <p14:creationId xmlns:p14="http://schemas.microsoft.com/office/powerpoint/2010/main" val="4062987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duct 1">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4C00523D-8681-A66F-6C76-97C78785B3B2}"/>
              </a:ext>
            </a:extLst>
          </p:cNvPr>
          <p:cNvSpPr/>
          <p:nvPr userDrawn="1"/>
        </p:nvSpPr>
        <p:spPr bwMode="ltGray">
          <a:xfrm>
            <a:off x="-1578178" y="1871424"/>
            <a:ext cx="5526172" cy="3272076"/>
          </a:xfrm>
          <a:prstGeom prst="parallelogram">
            <a:avLst>
              <a:gd name="adj" fmla="val 3630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spTree>
    <p:extLst>
      <p:ext uri="{BB962C8B-B14F-4D97-AF65-F5344CB8AC3E}">
        <p14:creationId xmlns:p14="http://schemas.microsoft.com/office/powerpoint/2010/main" val="24322687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oduct 2">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589733C5-4164-B676-7618-E8C0312D0563}"/>
              </a:ext>
            </a:extLst>
          </p:cNvPr>
          <p:cNvSpPr/>
          <p:nvPr userDrawn="1"/>
        </p:nvSpPr>
        <p:spPr bwMode="ltGray">
          <a:xfrm>
            <a:off x="5438549" y="1162625"/>
            <a:ext cx="6723256" cy="3980876"/>
          </a:xfrm>
          <a:prstGeom prst="parallelogram">
            <a:avLst>
              <a:gd name="adj" fmla="val 3630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pic>
        <p:nvPicPr>
          <p:cNvPr id="2" name="Picture 1" descr="A blue circle with white letters on it&#10;&#10;AI-generated content may be incorrect.">
            <a:extLst>
              <a:ext uri="{FF2B5EF4-FFF2-40B4-BE49-F238E27FC236}">
                <a16:creationId xmlns:a16="http://schemas.microsoft.com/office/drawing/2014/main" id="{35F53AC8-1170-6CE5-C291-BFA7F1B72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62429" y="142876"/>
            <a:ext cx="232200" cy="232200"/>
          </a:xfrm>
          <a:prstGeom prst="rect">
            <a:avLst/>
          </a:prstGeom>
        </p:spPr>
      </p:pic>
    </p:spTree>
    <p:extLst>
      <p:ext uri="{BB962C8B-B14F-4D97-AF65-F5344CB8AC3E}">
        <p14:creationId xmlns:p14="http://schemas.microsoft.com/office/powerpoint/2010/main" val="10439003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s">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DB3FCCA3-734E-1BF8-BCE3-03EC8D2BE54A}"/>
              </a:ext>
            </a:extLst>
          </p:cNvPr>
          <p:cNvSpPr/>
          <p:nvPr userDrawn="1"/>
        </p:nvSpPr>
        <p:spPr bwMode="ltGray">
          <a:xfrm>
            <a:off x="3974794" y="0"/>
            <a:ext cx="3683306" cy="2572576"/>
          </a:xfrm>
          <a:prstGeom prst="parallelogram">
            <a:avLst>
              <a:gd name="adj" fmla="val 3630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pic>
        <p:nvPicPr>
          <p:cNvPr id="2" name="Picture 1" descr="A blue circle with white letters on it&#10;&#10;AI-generated content may be incorrect.">
            <a:extLst>
              <a:ext uri="{FF2B5EF4-FFF2-40B4-BE49-F238E27FC236}">
                <a16:creationId xmlns:a16="http://schemas.microsoft.com/office/drawing/2014/main" id="{8F1A0C34-7732-B49F-59FE-C570DF0396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62429" y="142876"/>
            <a:ext cx="232200" cy="232200"/>
          </a:xfrm>
          <a:prstGeom prst="rect">
            <a:avLst/>
          </a:prstGeom>
        </p:spPr>
      </p:pic>
    </p:spTree>
    <p:extLst>
      <p:ext uri="{BB962C8B-B14F-4D97-AF65-F5344CB8AC3E}">
        <p14:creationId xmlns:p14="http://schemas.microsoft.com/office/powerpoint/2010/main" val="41977348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eneric">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857F96C3-CCC4-983E-E8FB-195148CDCF39}"/>
              </a:ext>
            </a:extLst>
          </p:cNvPr>
          <p:cNvSpPr/>
          <p:nvPr userDrawn="1"/>
        </p:nvSpPr>
        <p:spPr bwMode="ltGray">
          <a:xfrm>
            <a:off x="4457700" y="1"/>
            <a:ext cx="3124200" cy="1336800"/>
          </a:xfrm>
          <a:prstGeom prst="parallelogram">
            <a:avLst>
              <a:gd name="adj" fmla="val 3630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latin typeface="Forma DJR Display" pitchFamily="2" charset="77"/>
            </a:endParaRPr>
          </a:p>
        </p:txBody>
      </p:sp>
      <p:pic>
        <p:nvPicPr>
          <p:cNvPr id="3" name="Picture 2" descr="A blue circle with white letters on it&#10;&#10;AI-generated content may be incorrect.">
            <a:extLst>
              <a:ext uri="{FF2B5EF4-FFF2-40B4-BE49-F238E27FC236}">
                <a16:creationId xmlns:a16="http://schemas.microsoft.com/office/drawing/2014/main" id="{A977C2CE-959D-71AE-9082-BF92559928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62429" y="142876"/>
            <a:ext cx="232200" cy="232200"/>
          </a:xfrm>
          <a:prstGeom prst="rect">
            <a:avLst/>
          </a:prstGeom>
        </p:spPr>
      </p:pic>
    </p:spTree>
    <p:extLst>
      <p:ext uri="{BB962C8B-B14F-4D97-AF65-F5344CB8AC3E}">
        <p14:creationId xmlns:p14="http://schemas.microsoft.com/office/powerpoint/2010/main" val="12457535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3038752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 Blank">
    <p:spTree>
      <p:nvGrpSpPr>
        <p:cNvPr id="1" name=""/>
        <p:cNvGrpSpPr/>
        <p:nvPr/>
      </p:nvGrpSpPr>
      <p:grpSpPr>
        <a:xfrm>
          <a:off x="0" y="0"/>
          <a:ext cx="0" cy="0"/>
          <a:chOff x="0" y="0"/>
          <a:chExt cx="0" cy="0"/>
        </a:xfrm>
      </p:grpSpPr>
      <p:pic>
        <p:nvPicPr>
          <p:cNvPr id="3" name="500" descr="preencoded.png">
            <a:extLst>
              <a:ext uri="{FF2B5EF4-FFF2-40B4-BE49-F238E27FC236}">
                <a16:creationId xmlns:a16="http://schemas.microsoft.com/office/drawing/2014/main" id="{D6577636-9F6B-CF0D-5BDB-BAEC19714C37}"/>
              </a:ext>
            </a:extLst>
          </p:cNvPr>
          <p:cNvPicPr>
            <a:picLocks noChangeAspect="1"/>
          </p:cNvPicPr>
          <p:nvPr userDrawn="1"/>
        </p:nvPicPr>
        <p:blipFill>
          <a:blip>
            <a:extLst>
              <a:ext uri="{96DAC541-7B7A-43D3-8B79-37D633B846F1}">
                <asvg:svgBlip xmlns:asvg="http://schemas.microsoft.com/office/drawing/2016/SVG/main" r:embed="rId2"/>
              </a:ext>
            </a:extLst>
          </a:blip>
          <a:srcRect l="51563" r="9896"/>
          <a:stretch/>
        </p:blipFill>
        <p:spPr>
          <a:xfrm>
            <a:off x="4714876" y="1"/>
            <a:ext cx="3524249" cy="1047749"/>
          </a:xfrm>
          <a:prstGeom prst="rect">
            <a:avLst/>
          </a:prstGeom>
        </p:spPr>
      </p:pic>
      <p:sp>
        <p:nvSpPr>
          <p:cNvPr id="6" name="CaixaDeTexto 10">
            <a:extLst>
              <a:ext uri="{FF2B5EF4-FFF2-40B4-BE49-F238E27FC236}">
                <a16:creationId xmlns:a16="http://schemas.microsoft.com/office/drawing/2014/main" id="{5887C197-6064-5460-CE3C-4ED72E0C9714}"/>
              </a:ext>
            </a:extLst>
          </p:cNvPr>
          <p:cNvSpPr txBox="1"/>
          <p:nvPr userDrawn="1"/>
        </p:nvSpPr>
        <p:spPr>
          <a:xfrm>
            <a:off x="8601907" y="4765347"/>
            <a:ext cx="394004" cy="228651"/>
          </a:xfrm>
          <a:prstGeom prst="rect">
            <a:avLst/>
          </a:prstGeom>
          <a:noFill/>
        </p:spPr>
        <p:txBody>
          <a:bodyPr wrap="square" lIns="0" tIns="135000" rIns="0" bIns="0" rtlCol="0" anchor="b">
            <a:noAutofit/>
          </a:bodyPr>
          <a:lstStyle/>
          <a:p>
            <a:pPr algn="r"/>
            <a:fld id="{6B464925-B76F-4EDB-B6B7-9E35A8F06ADE}" type="slidenum">
              <a:rPr lang="pt-BR" sz="600" smtClean="0"/>
              <a:pPr algn="r"/>
              <a:t>‹#›</a:t>
            </a:fld>
            <a:endParaRPr lang="pt-BR" sz="600"/>
          </a:p>
        </p:txBody>
      </p:sp>
    </p:spTree>
    <p:extLst>
      <p:ext uri="{BB962C8B-B14F-4D97-AF65-F5344CB8AC3E}">
        <p14:creationId xmlns:p14="http://schemas.microsoft.com/office/powerpoint/2010/main" val="236622126"/>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13" name="Picture 12" descr="A blue and white stripes on a black background&#10;&#10;AI-generated content may be incorrect.">
            <a:extLst>
              <a:ext uri="{FF2B5EF4-FFF2-40B4-BE49-F238E27FC236}">
                <a16:creationId xmlns:a16="http://schemas.microsoft.com/office/drawing/2014/main" id="{15506D00-884A-A33E-2306-92123A4582B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47818" y="0"/>
            <a:ext cx="3096182" cy="5136522"/>
          </a:xfrm>
          <a:prstGeom prst="rect">
            <a:avLst/>
          </a:prstGeom>
        </p:spPr>
      </p:pic>
    </p:spTree>
    <p:extLst>
      <p:ext uri="{BB962C8B-B14F-4D97-AF65-F5344CB8AC3E}">
        <p14:creationId xmlns:p14="http://schemas.microsoft.com/office/powerpoint/2010/main" val="3033879742"/>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1 Text">
    <p:spTree>
      <p:nvGrpSpPr>
        <p:cNvPr id="1" name=""/>
        <p:cNvGrpSpPr/>
        <p:nvPr/>
      </p:nvGrpSpPr>
      <p:grpSpPr>
        <a:xfrm>
          <a:off x="0" y="0"/>
          <a:ext cx="0" cy="0"/>
          <a:chOff x="0" y="0"/>
          <a:chExt cx="0" cy="0"/>
        </a:xfrm>
      </p:grpSpPr>
      <p:pic>
        <p:nvPicPr>
          <p:cNvPr id="6" name="stripes 101" descr="preencoded.png">
            <a:extLst>
              <a:ext uri="{FF2B5EF4-FFF2-40B4-BE49-F238E27FC236}">
                <a16:creationId xmlns:a16="http://schemas.microsoft.com/office/drawing/2014/main" id="{80375962-77A0-93B7-8C76-012CA9D0E7BE}"/>
              </a:ext>
            </a:extLst>
          </p:cNvPr>
          <p:cNvPicPr>
            <a:picLocks noChangeAspect="1"/>
          </p:cNvPicPr>
          <p:nvPr userDrawn="1"/>
        </p:nvPicPr>
        <p:blipFill>
          <a:blip>
            <a:extLst>
              <a:ext uri="{96DAC541-7B7A-43D3-8B79-37D633B846F1}">
                <asvg:svgBlip xmlns:asvg="http://schemas.microsoft.com/office/drawing/2016/SVG/main" r:embed="rId2"/>
              </a:ext>
            </a:extLst>
          </a:blip>
          <a:srcRect l="4839"/>
          <a:stretch/>
        </p:blipFill>
        <p:spPr>
          <a:xfrm>
            <a:off x="4429125" y="2719240"/>
            <a:ext cx="4095750" cy="2424260"/>
          </a:xfrm>
          <a:prstGeom prst="rect">
            <a:avLst/>
          </a:prstGeom>
        </p:spPr>
      </p:pic>
      <p:sp>
        <p:nvSpPr>
          <p:cNvPr id="10" name="CaixaDeTexto 10">
            <a:extLst>
              <a:ext uri="{FF2B5EF4-FFF2-40B4-BE49-F238E27FC236}">
                <a16:creationId xmlns:a16="http://schemas.microsoft.com/office/drawing/2014/main" id="{D28FD599-8D48-7DAC-0B6D-3813CA084182}"/>
              </a:ext>
            </a:extLst>
          </p:cNvPr>
          <p:cNvSpPr txBox="1"/>
          <p:nvPr userDrawn="1"/>
        </p:nvSpPr>
        <p:spPr>
          <a:xfrm>
            <a:off x="8601907" y="4765347"/>
            <a:ext cx="394004" cy="228651"/>
          </a:xfrm>
          <a:prstGeom prst="rect">
            <a:avLst/>
          </a:prstGeom>
          <a:noFill/>
        </p:spPr>
        <p:txBody>
          <a:bodyPr wrap="square" lIns="0" tIns="135000" rIns="0" bIns="0" rtlCol="0" anchor="b">
            <a:noAutofit/>
          </a:bodyPr>
          <a:lstStyle/>
          <a:p>
            <a:pPr algn="r"/>
            <a:fld id="{6B464925-B76F-4EDB-B6B7-9E35A8F06ADE}" type="slidenum">
              <a:rPr lang="pt-BR" sz="600" smtClean="0"/>
              <a:pPr algn="r"/>
              <a:t>‹#›</a:t>
            </a:fld>
            <a:endParaRPr lang="pt-BR" sz="600"/>
          </a:p>
        </p:txBody>
      </p:sp>
    </p:spTree>
    <p:extLst>
      <p:ext uri="{BB962C8B-B14F-4D97-AF65-F5344CB8AC3E}">
        <p14:creationId xmlns:p14="http://schemas.microsoft.com/office/powerpoint/2010/main" val="326317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sp>
      <p:sp>
        <p:nvSpPr>
          <p:cNvPr id="3" name="Shape 1"/>
          <p:cNvSpPr/>
          <p:nvPr/>
        </p:nvSpPr>
        <p:spPr>
          <a:xfrm>
            <a:off x="0" y="0"/>
            <a:ext cx="9144000" cy="5143500"/>
          </a:xfrm>
          <a:prstGeom prst="rect">
            <a:avLst/>
          </a:prstGeom>
          <a:solidFill>
            <a:srgbClr val="FFFFFF"/>
          </a:solidFill>
          <a:ln/>
        </p:spPr>
      </p:sp>
    </p:spTree>
    <p:extLst>
      <p:ext uri="{BB962C8B-B14F-4D97-AF65-F5344CB8AC3E}">
        <p14:creationId xmlns:p14="http://schemas.microsoft.com/office/powerpoint/2010/main" val="3095077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3.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92" r:id="rId3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331EF9-6665-803C-F4E1-E3415BA9A02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519E4FE-0376-B5D7-FCE7-AEF0A5A53F8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29863BA-9158-AE4F-1A88-E805932F31A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C82E309E-AC3F-4A3C-AECE-C7C9BA8939EE}" type="datetimeFigureOut">
              <a:rPr lang="en-CA" smtClean="0"/>
              <a:t>2026-06-14</a:t>
            </a:fld>
            <a:endParaRPr lang="en-CA"/>
          </a:p>
        </p:txBody>
      </p:sp>
      <p:sp>
        <p:nvSpPr>
          <p:cNvPr id="5" name="Footer Placeholder 4">
            <a:extLst>
              <a:ext uri="{FF2B5EF4-FFF2-40B4-BE49-F238E27FC236}">
                <a16:creationId xmlns:a16="http://schemas.microsoft.com/office/drawing/2014/main" id="{62D00D1D-F373-C817-47F5-EE0133EBDED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12419E9A-025C-9343-745B-4AB472B94C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AB8B613C-F6AA-4A5C-9B01-19AAE67ECAC7}" type="slidenum">
              <a:rPr lang="en-CA" smtClean="0"/>
              <a:t>‹#›</a:t>
            </a:fld>
            <a:endParaRPr lang="en-CA"/>
          </a:p>
        </p:txBody>
      </p:sp>
    </p:spTree>
    <p:extLst>
      <p:ext uri="{BB962C8B-B14F-4D97-AF65-F5344CB8AC3E}">
        <p14:creationId xmlns:p14="http://schemas.microsoft.com/office/powerpoint/2010/main" val="154957281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28600" y="59099"/>
            <a:ext cx="8686800" cy="994172"/>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28600" y="1140619"/>
            <a:ext cx="8686800" cy="3263504"/>
          </a:xfrm>
          <a:prstGeom prst="rect">
            <a:avLst/>
          </a:prstGeom>
        </p:spPr>
        <p:txBody>
          <a:bodyPr vert="horz" lIns="0" tIns="45720" rIns="0" bIns="45720" rtlCol="0">
            <a:noAutofit/>
          </a:bodyPr>
          <a:lstStyle/>
          <a:p>
            <a:pPr lvl="0"/>
            <a:r>
              <a:rPr lang="en-US"/>
              <a:t>Edit Master text</a:t>
            </a:r>
          </a:p>
          <a:p>
            <a:pPr lvl="1"/>
            <a:r>
              <a:rPr lang="en-US"/>
              <a:t>Second level</a:t>
            </a:r>
          </a:p>
          <a:p>
            <a:pPr lvl="2"/>
            <a:r>
              <a:rPr lang="en-US"/>
              <a:t>Third level</a:t>
            </a:r>
          </a:p>
          <a:p>
            <a:pPr lvl="3"/>
            <a:endParaRPr lang="en-US"/>
          </a:p>
        </p:txBody>
      </p:sp>
    </p:spTree>
    <p:extLst>
      <p:ext uri="{BB962C8B-B14F-4D97-AF65-F5344CB8AC3E}">
        <p14:creationId xmlns:p14="http://schemas.microsoft.com/office/powerpoint/2010/main" val="126810538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85000"/>
        </a:lnSpc>
        <a:spcBef>
          <a:spcPct val="0"/>
        </a:spcBef>
        <a:buNone/>
        <a:defRPr sz="3000" b="0" i="0" kern="1200" spc="60" baseline="0">
          <a:solidFill>
            <a:schemeClr val="tx1"/>
          </a:solidFill>
          <a:latin typeface="Forma DJR Display" pitchFamily="2" charset="77"/>
          <a:ea typeface="+mj-ea"/>
          <a:cs typeface="+mj-cs"/>
        </a:defRPr>
      </a:lvl1pPr>
    </p:titleStyle>
    <p:bodyStyle>
      <a:lvl1pPr marL="0" indent="0" algn="l" defTabSz="685800" rtl="0" eaLnBrk="1" latinLnBrk="0" hangingPunct="1">
        <a:lnSpc>
          <a:spcPct val="90000"/>
        </a:lnSpc>
        <a:spcBef>
          <a:spcPts val="750"/>
        </a:spcBef>
        <a:buFont typeface="Forma DJR Micro" panose="00000000000000090000" pitchFamily="2" charset="0"/>
        <a:buNone/>
        <a:tabLst/>
        <a:defRPr sz="1350" b="0" i="0" kern="1200" spc="60" baseline="0">
          <a:solidFill>
            <a:schemeClr val="tx1"/>
          </a:solidFill>
          <a:latin typeface="Forma DJR Micro" pitchFamily="2" charset="77"/>
          <a:ea typeface="+mn-ea"/>
          <a:cs typeface="+mn-cs"/>
        </a:defRPr>
      </a:lvl1pPr>
      <a:lvl2pPr marL="135731" indent="-125016" algn="l" defTabSz="685800" rtl="0" eaLnBrk="1" fontAlgn="ctr" latinLnBrk="0" hangingPunct="1">
        <a:lnSpc>
          <a:spcPct val="90000"/>
        </a:lnSpc>
        <a:spcBef>
          <a:spcPts val="375"/>
        </a:spcBef>
        <a:buClrTx/>
        <a:buFont typeface="Forma DJR Micro" panose="00000000000000090000" pitchFamily="2" charset="0"/>
        <a:buChar char="•"/>
        <a:tabLst/>
        <a:defRPr sz="1350" b="0" i="0" kern="1200" spc="60" baseline="0">
          <a:solidFill>
            <a:schemeClr val="tx1"/>
          </a:solidFill>
          <a:latin typeface="+mn-lt"/>
          <a:ea typeface="+mn-ea"/>
          <a:cs typeface="+mn-cs"/>
        </a:defRPr>
      </a:lvl2pPr>
      <a:lvl3pPr marL="390525" indent="-121444" algn="l" defTabSz="685800" rtl="0" eaLnBrk="1" latinLnBrk="0" hangingPunct="1">
        <a:lnSpc>
          <a:spcPct val="92000"/>
        </a:lnSpc>
        <a:spcBef>
          <a:spcPts val="375"/>
        </a:spcBef>
        <a:buFont typeface="Forma DJR Micro" panose="00000000000000090000" pitchFamily="2" charset="0"/>
        <a:buChar char="›"/>
        <a:tabLst/>
        <a:defRPr sz="1050" b="0" i="0" kern="1200" spc="60" baseline="0">
          <a:solidFill>
            <a:schemeClr val="tx1"/>
          </a:solidFill>
          <a:latin typeface="+mn-lt"/>
          <a:ea typeface="+mn-ea"/>
          <a:cs typeface="+mn-cs"/>
        </a:defRPr>
      </a:lvl3pPr>
      <a:lvl4pPr marL="536972" indent="-135731" algn="l" defTabSz="685800" rtl="0" eaLnBrk="1" latinLnBrk="0" hangingPunct="1">
        <a:lnSpc>
          <a:spcPct val="92000"/>
        </a:lnSpc>
        <a:spcBef>
          <a:spcPts val="375"/>
        </a:spcBef>
        <a:buFont typeface="Forma DJR Micro" panose="00000000000000090000" pitchFamily="2" charset="0"/>
        <a:buChar char="—"/>
        <a:tabLst/>
        <a:defRPr sz="900" b="0" i="0" kern="1200" spc="60" baseline="0">
          <a:solidFill>
            <a:schemeClr val="tx1"/>
          </a:solidFill>
          <a:latin typeface="Forma DJR Display" pitchFamily="2" charset="77"/>
          <a:ea typeface="+mn-ea"/>
          <a:cs typeface="+mn-cs"/>
        </a:defRPr>
      </a:lvl4pPr>
      <a:lvl5pPr marL="672704" indent="-101204" algn="l" defTabSz="685800" rtl="0" eaLnBrk="1" latinLnBrk="0" hangingPunct="1">
        <a:lnSpc>
          <a:spcPct val="92000"/>
        </a:lnSpc>
        <a:spcBef>
          <a:spcPts val="375"/>
        </a:spcBef>
        <a:buFont typeface="Forma DJR Micro" panose="00000000000000090000" pitchFamily="2" charset="0"/>
        <a:buChar char="›"/>
        <a:tabLst/>
        <a:defRPr sz="900" kern="1200">
          <a:solidFill>
            <a:schemeClr val="tx1"/>
          </a:solidFill>
          <a:latin typeface="Forma DJR Micro" pitchFamily="2" charset="77"/>
          <a:ea typeface="+mn-ea"/>
          <a:cs typeface="+mn-cs"/>
        </a:defRPr>
      </a:lvl5pPr>
      <a:lvl6pPr marL="806054" indent="-133350" algn="l" defTabSz="685800" rtl="0" eaLnBrk="1" latinLnBrk="0" hangingPunct="1">
        <a:lnSpc>
          <a:spcPct val="92000"/>
        </a:lnSpc>
        <a:spcBef>
          <a:spcPts val="375"/>
        </a:spcBef>
        <a:buFont typeface="Forma DJR Micro" panose="00000000000000090000" pitchFamily="2" charset="0"/>
        <a:buChar char="—"/>
        <a:defRPr sz="900" kern="1200">
          <a:solidFill>
            <a:schemeClr val="tx1"/>
          </a:solidFill>
          <a:latin typeface="+mn-lt"/>
          <a:ea typeface="+mn-ea"/>
          <a:cs typeface="+mn-cs"/>
        </a:defRPr>
      </a:lvl6pPr>
      <a:lvl7pPr marL="941785" indent="-104775" algn="l" defTabSz="685800" rtl="0" eaLnBrk="1" fontAlgn="ctr" latinLnBrk="0" hangingPunct="1">
        <a:lnSpc>
          <a:spcPct val="92000"/>
        </a:lnSpc>
        <a:spcBef>
          <a:spcPts val="375"/>
        </a:spcBef>
        <a:buFont typeface="Forma DJR Micro" panose="00000000000000090000" pitchFamily="2" charset="0"/>
        <a:buChar char="•"/>
        <a:defRPr sz="900" kern="1200">
          <a:solidFill>
            <a:schemeClr val="tx1"/>
          </a:solidFill>
          <a:latin typeface="+mn-lt"/>
          <a:ea typeface="+mn-ea"/>
          <a:cs typeface="+mn-cs"/>
        </a:defRPr>
      </a:lvl7pPr>
      <a:lvl8pPr marL="1077516" indent="-101204" algn="l" defTabSz="685800" rtl="0" eaLnBrk="1" latinLnBrk="0" hangingPunct="1">
        <a:lnSpc>
          <a:spcPct val="92000"/>
        </a:lnSpc>
        <a:spcBef>
          <a:spcPts val="375"/>
        </a:spcBef>
        <a:buFont typeface="Forma DJR Micro" panose="00000000000000090000" pitchFamily="2" charset="0"/>
        <a:buChar char="›"/>
        <a:defRPr sz="900" kern="1200">
          <a:solidFill>
            <a:schemeClr val="tx1"/>
          </a:solidFill>
          <a:latin typeface="+mn-lt"/>
          <a:ea typeface="+mn-ea"/>
          <a:cs typeface="+mn-cs"/>
        </a:defRPr>
      </a:lvl8pPr>
      <a:lvl9pPr marL="1210866" indent="-135731" algn="l" defTabSz="685800" rtl="0" eaLnBrk="1" latinLnBrk="0" hangingPunct="1">
        <a:lnSpc>
          <a:spcPct val="92000"/>
        </a:lnSpc>
        <a:spcBef>
          <a:spcPts val="375"/>
        </a:spcBef>
        <a:buFont typeface="Forma DJR Micro" panose="00000000000000090000" pitchFamily="2" charset="0"/>
        <a:buChar char="—"/>
        <a:defRPr sz="900" kern="1200">
          <a:solidFill>
            <a:schemeClr val="tx1"/>
          </a:solidFill>
          <a:latin typeface="+mn-lt"/>
          <a:ea typeface="+mn-ea"/>
          <a:cs typeface="+mn-cs"/>
        </a:defRPr>
      </a:lvl9pPr>
    </p:bodyStyle>
    <p:otherStyle>
      <a:defPPr>
        <a:defRPr lang="en-US"/>
      </a:defPPr>
      <a:lvl1pPr marL="0" indent="0" algn="l" defTabSz="685800" rtl="0" eaLnBrk="1" latinLnBrk="0" hangingPunct="1">
        <a:lnSpc>
          <a:spcPct val="90000"/>
        </a:lnSpc>
        <a:spcBef>
          <a:spcPct val="18519"/>
        </a:spcBef>
        <a:buFont typeface="Forma DJR Micro" panose="00000000000000090000" pitchFamily="2" charset="0"/>
        <a:buNone/>
        <a:tabLst>
          <a:tab pos="169069" algn="l"/>
        </a:tabLst>
        <a:defRPr sz="1350" kern="1200">
          <a:solidFill>
            <a:schemeClr val="tx1"/>
          </a:solidFill>
          <a:latin typeface="+mn-lt"/>
          <a:ea typeface="+mn-ea"/>
          <a:cs typeface="+mn-cs"/>
        </a:defRPr>
      </a:lvl1pPr>
      <a:lvl2pPr marL="133350" indent="-125016" algn="l" defTabSz="685800" rtl="0" eaLnBrk="1" fontAlgn="ctr" latinLnBrk="0" hangingPunct="1">
        <a:lnSpc>
          <a:spcPct val="90000"/>
        </a:lnSpc>
        <a:spcBef>
          <a:spcPct val="9259"/>
        </a:spcBef>
        <a:buClrTx/>
        <a:buFont typeface="Forma DJR Micro" panose="00000000000000090000" pitchFamily="2" charset="0"/>
        <a:buChar char="•"/>
        <a:tabLst/>
        <a:defRPr sz="1350" kern="1200">
          <a:solidFill>
            <a:schemeClr val="tx1"/>
          </a:solidFill>
          <a:latin typeface="+mn-lt"/>
          <a:ea typeface="+mn-ea"/>
          <a:cs typeface="+mn-cs"/>
        </a:defRPr>
      </a:lvl2pPr>
      <a:lvl3pPr marL="269081" indent="-121444" algn="l" defTabSz="685800" rtl="0" eaLnBrk="1" latinLnBrk="0" hangingPunct="1">
        <a:lnSpc>
          <a:spcPct val="92000"/>
        </a:lnSpc>
        <a:spcBef>
          <a:spcPct val="8929"/>
        </a:spcBef>
        <a:buFont typeface="Forma DJR Micro" panose="00000000000000090000" pitchFamily="2" charset="0"/>
        <a:buChar char="›"/>
        <a:tabLst/>
        <a:defRPr sz="1050" kern="1200">
          <a:solidFill>
            <a:schemeClr val="tx1"/>
          </a:solidFill>
          <a:latin typeface="+mn-lt"/>
          <a:ea typeface="+mn-ea"/>
          <a:cs typeface="+mn-cs"/>
        </a:defRPr>
      </a:lvl3pPr>
      <a:lvl4pPr marL="403622" indent="-135731" algn="l" defTabSz="685800" rtl="0" eaLnBrk="1" latinLnBrk="0" hangingPunct="1">
        <a:lnSpc>
          <a:spcPct val="92000"/>
        </a:lnSpc>
        <a:spcBef>
          <a:spcPct val="10417"/>
        </a:spcBef>
        <a:buFont typeface="Forma DJR Micro" panose="00000000000000090000" pitchFamily="2" charset="0"/>
        <a:buChar char="—"/>
        <a:tabLst/>
        <a:defRPr sz="900" kern="1200">
          <a:solidFill>
            <a:schemeClr val="tx1"/>
          </a:solidFill>
          <a:latin typeface="+mn-lt"/>
          <a:ea typeface="+mn-ea"/>
          <a:cs typeface="+mn-cs"/>
        </a:defRPr>
      </a:lvl4pPr>
      <a:lvl5pPr marL="538163" indent="-101204" algn="l" defTabSz="685800" rtl="0" eaLnBrk="1" latinLnBrk="0" hangingPunct="1">
        <a:lnSpc>
          <a:spcPct val="92000"/>
        </a:lnSpc>
        <a:spcBef>
          <a:spcPct val="10417"/>
        </a:spcBef>
        <a:buFont typeface="Forma DJR Micro" panose="00000000000000090000" pitchFamily="2" charset="0"/>
        <a:buChar char="›"/>
        <a:tabLst/>
        <a:defRPr sz="900" kern="1200">
          <a:solidFill>
            <a:schemeClr val="tx1"/>
          </a:solidFill>
          <a:latin typeface="Forma DJR Micro" pitchFamily="2" charset="77"/>
          <a:ea typeface="+mn-ea"/>
          <a:cs typeface="+mn-cs"/>
        </a:defRPr>
      </a:lvl5pPr>
      <a:lvl6pPr marL="672704" indent="-133350" algn="l" defTabSz="685800" rtl="0" eaLnBrk="1" latinLnBrk="0" hangingPunct="1">
        <a:lnSpc>
          <a:spcPct val="92000"/>
        </a:lnSpc>
        <a:spcBef>
          <a:spcPct val="10417"/>
        </a:spcBef>
        <a:buFont typeface="Forma DJR Micro" panose="00000000000000090000" pitchFamily="2" charset="0"/>
        <a:buChar char="—"/>
        <a:defRPr sz="900" kern="1200">
          <a:solidFill>
            <a:schemeClr val="tx1"/>
          </a:solidFill>
          <a:latin typeface="+mn-lt"/>
          <a:ea typeface="+mn-ea"/>
          <a:cs typeface="+mn-cs"/>
        </a:defRPr>
      </a:lvl6pPr>
      <a:lvl7pPr marL="807244" indent="-104775" algn="l" defTabSz="685800" rtl="0" eaLnBrk="1" fontAlgn="ctr" latinLnBrk="0" hangingPunct="1">
        <a:lnSpc>
          <a:spcPct val="92000"/>
        </a:lnSpc>
        <a:spcBef>
          <a:spcPct val="10417"/>
        </a:spcBef>
        <a:buFont typeface="Forma DJR Micro" panose="00000000000000090000" pitchFamily="2" charset="0"/>
        <a:buChar char="•"/>
        <a:defRPr sz="900" kern="1200">
          <a:solidFill>
            <a:schemeClr val="tx1"/>
          </a:solidFill>
          <a:latin typeface="+mn-lt"/>
          <a:ea typeface="+mn-ea"/>
          <a:cs typeface="+mn-cs"/>
        </a:defRPr>
      </a:lvl7pPr>
      <a:lvl8pPr marL="941785" indent="-101204" algn="l" defTabSz="685800" rtl="0" eaLnBrk="1" latinLnBrk="0" hangingPunct="1">
        <a:lnSpc>
          <a:spcPct val="92000"/>
        </a:lnSpc>
        <a:spcBef>
          <a:spcPct val="10417"/>
        </a:spcBef>
        <a:buFont typeface="Forma DJR Micro" panose="00000000000000090000" pitchFamily="2" charset="0"/>
        <a:buChar char="›"/>
        <a:defRPr sz="900" kern="1200">
          <a:solidFill>
            <a:schemeClr val="tx1"/>
          </a:solidFill>
          <a:latin typeface="+mn-lt"/>
          <a:ea typeface="+mn-ea"/>
          <a:cs typeface="+mn-cs"/>
        </a:defRPr>
      </a:lvl8pPr>
      <a:lvl9pPr marL="1076325" indent="-135731" algn="l" defTabSz="685800" rtl="0" eaLnBrk="1" latinLnBrk="0" hangingPunct="1">
        <a:lnSpc>
          <a:spcPct val="92000"/>
        </a:lnSpc>
        <a:spcBef>
          <a:spcPct val="10417"/>
        </a:spcBef>
        <a:buFont typeface="Forma DJR Micro" panose="00000000000000090000" pitchFamily="2" charset="0"/>
        <a:buChar char="—"/>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2">
          <p15:clr>
            <a:srgbClr val="F26B43"/>
          </p15:clr>
        </p15:guide>
        <p15:guide id="4" pos="624">
          <p15:clr>
            <a:srgbClr val="F26B43"/>
          </p15:clr>
        </p15:guide>
        <p15:guide id="5" pos="816">
          <p15:clr>
            <a:srgbClr val="F26B43"/>
          </p15:clr>
        </p15:guide>
        <p15:guide id="6" pos="1248">
          <p15:clr>
            <a:srgbClr val="F26B43"/>
          </p15:clr>
        </p15:guide>
        <p15:guide id="7" pos="1440">
          <p15:clr>
            <a:srgbClr val="F26B43"/>
          </p15:clr>
        </p15:guide>
        <p15:guide id="8" pos="1872">
          <p15:clr>
            <a:srgbClr val="F26B43"/>
          </p15:clr>
        </p15:guide>
        <p15:guide id="9" pos="2064">
          <p15:clr>
            <a:srgbClr val="F26B43"/>
          </p15:clr>
        </p15:guide>
        <p15:guide id="10" pos="2496">
          <p15:clr>
            <a:srgbClr val="F26B43"/>
          </p15:clr>
        </p15:guide>
        <p15:guide id="11" pos="2688">
          <p15:clr>
            <a:srgbClr val="F26B43"/>
          </p15:clr>
        </p15:guide>
        <p15:guide id="12" pos="3120">
          <p15:clr>
            <a:srgbClr val="F26B43"/>
          </p15:clr>
        </p15:guide>
        <p15:guide id="13" pos="3312">
          <p15:clr>
            <a:srgbClr val="F26B43"/>
          </p15:clr>
        </p15:guide>
        <p15:guide id="14" pos="3744">
          <p15:clr>
            <a:srgbClr val="F26B43"/>
          </p15:clr>
        </p15:guide>
        <p15:guide id="15" pos="3936">
          <p15:clr>
            <a:srgbClr val="F26B43"/>
          </p15:clr>
        </p15:guide>
        <p15:guide id="16" pos="4368">
          <p15:clr>
            <a:srgbClr val="F26B43"/>
          </p15:clr>
        </p15:guide>
        <p15:guide id="17" pos="4560">
          <p15:clr>
            <a:srgbClr val="F26B43"/>
          </p15:clr>
        </p15:guide>
        <p15:guide id="18" pos="4992">
          <p15:clr>
            <a:srgbClr val="F26B43"/>
          </p15:clr>
        </p15:guide>
        <p15:guide id="19" pos="5184">
          <p15:clr>
            <a:srgbClr val="F26B43"/>
          </p15:clr>
        </p15:guide>
        <p15:guide id="20" pos="5616">
          <p15:clr>
            <a:srgbClr val="F26B43"/>
          </p15:clr>
        </p15:guide>
        <p15:guide id="21" pos="5808">
          <p15:clr>
            <a:srgbClr val="F26B43"/>
          </p15:clr>
        </p15:guide>
        <p15:guide id="22" pos="6240">
          <p15:clr>
            <a:srgbClr val="F26B43"/>
          </p15:clr>
        </p15:guide>
        <p15:guide id="23" pos="6432">
          <p15:clr>
            <a:srgbClr val="F26B43"/>
          </p15:clr>
        </p15:guide>
        <p15:guide id="24" pos="6864">
          <p15:clr>
            <a:srgbClr val="F26B43"/>
          </p15:clr>
        </p15:guide>
        <p15:guide id="25" pos="7056">
          <p15:clr>
            <a:srgbClr val="F26B43"/>
          </p15:clr>
        </p15:guide>
        <p15:guide id="26" pos="7488">
          <p15:clr>
            <a:srgbClr val="F26B43"/>
          </p15:clr>
        </p15:guide>
        <p15:guide id="27" orient="horz">
          <p15:clr>
            <a:srgbClr val="F26B43"/>
          </p15:clr>
        </p15:guide>
        <p15:guide id="28" orient="horz" pos="4320">
          <p15:clr>
            <a:srgbClr val="F26B43"/>
          </p15:clr>
        </p15:guide>
        <p15:guide id="29" orient="horz" pos="192">
          <p15:clr>
            <a:srgbClr val="F26B43"/>
          </p15:clr>
        </p15:guide>
        <p15:guide id="30" orient="horz" pos="4128">
          <p15:clr>
            <a:srgbClr val="F26B43"/>
          </p15:clr>
        </p15:guide>
        <p15:guide id="31" orient="horz" pos="45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30.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lisa-leo/" TargetMode="External"/><Relationship Id="rId2" Type="http://schemas.openxmlformats.org/officeDocument/2006/relationships/hyperlink" Target="mailto:lisa_leo@avivacanada.com" TargetMode="External"/><Relationship Id="rId1" Type="http://schemas.openxmlformats.org/officeDocument/2006/relationships/slideLayout" Target="../slideLayouts/slideLayout5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9.emf"/><Relationship Id="rId7" Type="http://schemas.openxmlformats.org/officeDocument/2006/relationships/hyperlink" Target="https://interceptgroup.sharepoint.com/:b:/g/HP/IQDgRzZ8auaYSJoRonLu8UlWASBpdhBJlI1w0HQR5xoWGgE?e=qWLD4r" TargetMode="External"/><Relationship Id="rId2" Type="http://schemas.openxmlformats.org/officeDocument/2006/relationships/notesSlide" Target="../notesSlides/notesSlide7.xml"/><Relationship Id="rId1" Type="http://schemas.openxmlformats.org/officeDocument/2006/relationships/slideLayout" Target="../slideLayouts/slideLayout43.xml"/><Relationship Id="rId6" Type="http://schemas.openxmlformats.org/officeDocument/2006/relationships/hyperlink" Target="https://interceptgroup.sharepoint.com/:b:/g/HP/IQBfuv0vOmqtTqNmqw5LsiFdAdoVFfIb3wtrYhXrCa1iLWQ?e=bvtFbK" TargetMode="External"/><Relationship Id="rId11" Type="http://schemas.openxmlformats.org/officeDocument/2006/relationships/image" Target="../media/image17.png"/><Relationship Id="rId5" Type="http://schemas.openxmlformats.org/officeDocument/2006/relationships/hyperlink" Target="https://interceptgroup.sharepoint.com/:v:/g/HP/IQDHrfFyXOM1R5VjIpHFsz0iAaT-SjqUNzyceObo3Teq5SA?e=HPrmI9" TargetMode="External"/><Relationship Id="rId10" Type="http://schemas.openxmlformats.org/officeDocument/2006/relationships/image" Target="../media/image22.png"/><Relationship Id="rId4" Type="http://schemas.openxmlformats.org/officeDocument/2006/relationships/hyperlink" Target="https://interceptgroup.sharepoint.com/:b:/g/HP/IQDiQsvIMIeGQLHfuYlOz-rsAdFqKEgg0CPW-l2eaHO0fZ8?e=fczjKh" TargetMode="External"/><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interceptgroup.sharepoint.com/:b:/g/HP/IQDgRzZ8auaYSJoRonLu8UlWASBpdhBJlI1w0HQR5xoWGgE?e=qWLD4r" TargetMode="External"/><Relationship Id="rId1" Type="http://schemas.openxmlformats.org/officeDocument/2006/relationships/slideLayout" Target="../slideLayouts/slideLayout4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interceptgroup.sharepoint.com/:b:/g/HP/IQDgRzZ8auaYSJoRonLu8UlWASBpdhBJlI1w0HQR5xoWGgE?e=qWLD4r" TargetMode="External"/><Relationship Id="rId1" Type="http://schemas.openxmlformats.org/officeDocument/2006/relationships/slideLayout" Target="../slideLayouts/slideLayout4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8.xml"/><Relationship Id="rId1" Type="http://schemas.openxmlformats.org/officeDocument/2006/relationships/slideLayout" Target="../slideLayouts/slideLayout43.xml"/><Relationship Id="rId6" Type="http://schemas.openxmlformats.org/officeDocument/2006/relationships/image" Target="../media/image17.png"/><Relationship Id="rId5" Type="http://schemas.openxmlformats.org/officeDocument/2006/relationships/image" Target="../media/image26.png"/><Relationship Id="rId4" Type="http://schemas.openxmlformats.org/officeDocument/2006/relationships/hyperlink" Target="mailto:hpdesksupport@campaignhub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B062-F30C-A3C5-84DA-48075CA99143}"/>
              </a:ext>
            </a:extLst>
          </p:cNvPr>
          <p:cNvSpPr>
            <a:spLocks noGrp="1"/>
          </p:cNvSpPr>
          <p:nvPr>
            <p:ph type="title"/>
          </p:nvPr>
        </p:nvSpPr>
        <p:spPr/>
        <p:txBody>
          <a:bodyPr/>
          <a:lstStyle/>
          <a:p>
            <a:pPr algn="l"/>
            <a:r>
              <a:rPr lang="en-US" dirty="0">
                <a:solidFill>
                  <a:srgbClr val="000000"/>
                </a:solidFill>
                <a:latin typeface="HP Forma DJR Office Medium" pitchFamily="34" charset="0"/>
                <a:ea typeface="HP Forma DJR Office Medium" pitchFamily="34" charset="-122"/>
                <a:cs typeface="HP Forma DJR Office Medium" pitchFamily="34" charset="-120"/>
              </a:rPr>
              <a:t>Account Intelligence Report:</a:t>
            </a:r>
            <a:br>
              <a:rPr lang="en-US" dirty="0">
                <a:solidFill>
                  <a:srgbClr val="000000"/>
                </a:solidFill>
                <a:latin typeface="HP Forma DJR Office Medium" pitchFamily="34" charset="0"/>
                <a:ea typeface="HP Forma DJR Office Medium" pitchFamily="34" charset="-122"/>
                <a:cs typeface="HP Forma DJR Office Medium" pitchFamily="34" charset="-120"/>
              </a:rPr>
            </a:br>
            <a:r>
              <a:rPr lang="en-US" dirty="0">
                <a:solidFill>
                  <a:srgbClr val="000000"/>
                </a:solidFill>
                <a:latin typeface="HP Forma DJR Office Medium" pitchFamily="34" charset="0"/>
                <a:ea typeface="HP Forma DJR Office Medium" pitchFamily="34" charset="-122"/>
                <a:cs typeface="HP Forma DJR Office Medium" pitchFamily="34" charset="-120"/>
              </a:rPr>
              <a:t>[Aviva Canada]</a:t>
            </a:r>
            <a:endParaRPr lang="en-US" dirty="0"/>
          </a:p>
        </p:txBody>
      </p:sp>
      <p:sp>
        <p:nvSpPr>
          <p:cNvPr id="3" name="Text Placeholder 2">
            <a:extLst>
              <a:ext uri="{FF2B5EF4-FFF2-40B4-BE49-F238E27FC236}">
                <a16:creationId xmlns:a16="http://schemas.microsoft.com/office/drawing/2014/main" id="{5713B0EC-C76E-3352-8D43-343BC9806FE6}"/>
              </a:ext>
            </a:extLst>
          </p:cNvPr>
          <p:cNvSpPr>
            <a:spLocks noGrp="1"/>
          </p:cNvSpPr>
          <p:nvPr>
            <p:ph type="body" sz="quarter" idx="13"/>
          </p:nvPr>
        </p:nvSpPr>
        <p:spPr>
          <a:xfrm>
            <a:off x="381089" y="3148425"/>
            <a:ext cx="5104864" cy="605831"/>
          </a:xfrm>
        </p:spPr>
        <p:txBody>
          <a:bodyPr/>
          <a:lstStyle/>
          <a:p>
            <a:r>
              <a:rPr lang="en-US" sz="1000" dirty="0">
                <a:solidFill>
                  <a:srgbClr val="000000"/>
                </a:solidFill>
                <a:latin typeface="HP Forma DJR Office" pitchFamily="2" charset="77"/>
                <a:ea typeface="HP Forma DJR Office" pitchFamily="34" charset="-122"/>
                <a:cs typeface="HP Forma DJR Office" pitchFamily="34" charset="-120"/>
              </a:rPr>
              <a:t>Prepared for [Evan Perkins] by the HP Account Intelligence Desk</a:t>
            </a:r>
          </a:p>
          <a:p>
            <a:r>
              <a:rPr lang="en-US" sz="1000" dirty="0">
                <a:solidFill>
                  <a:srgbClr val="000000"/>
                </a:solidFill>
                <a:latin typeface="HP Forma DJR Office" pitchFamily="34" charset="0"/>
                <a:ea typeface="HP Forma DJR Office" pitchFamily="34" charset="-122"/>
                <a:cs typeface="HP Forma DJR Office" pitchFamily="34" charset="-120"/>
              </a:rPr>
              <a:t>This analysis reflects data from the past month and represents a point in time. Findings may shift as company priorities and market conditions evolve.</a:t>
            </a:r>
            <a:endParaRPr lang="en-US" sz="1000" dirty="0"/>
          </a:p>
          <a:p>
            <a:endParaRPr lang="en-US" sz="1000" dirty="0"/>
          </a:p>
        </p:txBody>
      </p:sp>
      <p:sp>
        <p:nvSpPr>
          <p:cNvPr id="4" name="Text Placeholder 3">
            <a:extLst>
              <a:ext uri="{FF2B5EF4-FFF2-40B4-BE49-F238E27FC236}">
                <a16:creationId xmlns:a16="http://schemas.microsoft.com/office/drawing/2014/main" id="{32769624-7CD1-A094-5A20-89B061283557}"/>
              </a:ext>
            </a:extLst>
          </p:cNvPr>
          <p:cNvSpPr>
            <a:spLocks noGrp="1"/>
          </p:cNvSpPr>
          <p:nvPr>
            <p:ph type="body" sz="quarter" idx="14"/>
          </p:nvPr>
        </p:nvSpPr>
        <p:spPr>
          <a:xfrm>
            <a:off x="1180475" y="4270886"/>
            <a:ext cx="2744385" cy="445396"/>
          </a:xfrm>
        </p:spPr>
        <p:txBody>
          <a:bodyPr/>
          <a:lstStyle/>
          <a:p>
            <a:pPr>
              <a:lnSpc>
                <a:spcPct val="120000"/>
              </a:lnSpc>
              <a:spcAft>
                <a:spcPts val="600"/>
              </a:spcAft>
            </a:pPr>
            <a:r>
              <a:rPr lang="en-US" sz="1000" dirty="0">
                <a:solidFill>
                  <a:srgbClr val="000000"/>
                </a:solidFill>
                <a:latin typeface="HP Forma DJR Office" pitchFamily="34" charset="0"/>
                <a:ea typeface="HP Forma DJR Office" pitchFamily="34" charset="-122"/>
                <a:cs typeface="HP Forma DJR Office" pitchFamily="34" charset="-120"/>
              </a:rPr>
              <a:t>This information was pulled on [May 21, 2026.]</a:t>
            </a:r>
          </a:p>
        </p:txBody>
      </p:sp>
      <p:sp>
        <p:nvSpPr>
          <p:cNvPr id="7" name="Rectangle 6">
            <a:extLst>
              <a:ext uri="{FF2B5EF4-FFF2-40B4-BE49-F238E27FC236}">
                <a16:creationId xmlns:a16="http://schemas.microsoft.com/office/drawing/2014/main" id="{9328EA7A-F05B-817C-2A0E-AA0434BB1DC8}"/>
              </a:ext>
            </a:extLst>
          </p:cNvPr>
          <p:cNvSpPr/>
          <p:nvPr/>
        </p:nvSpPr>
        <p:spPr>
          <a:xfrm>
            <a:off x="7255379" y="4270886"/>
            <a:ext cx="1786071" cy="788224"/>
          </a:xfrm>
          <a:prstGeom prst="rect">
            <a:avLst/>
          </a:prstGeom>
          <a:solidFill>
            <a:srgbClr val="024A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F609F7D-5BDB-7A63-FF9C-EDCD9723E36C}"/>
              </a:ext>
            </a:extLst>
          </p:cNvPr>
          <p:cNvPicPr>
            <a:picLocks noChangeAspect="1"/>
          </p:cNvPicPr>
          <p:nvPr/>
        </p:nvPicPr>
        <p:blipFill>
          <a:blip r:embed="rId2"/>
          <a:stretch>
            <a:fillRect/>
          </a:stretch>
        </p:blipFill>
        <p:spPr>
          <a:xfrm>
            <a:off x="7137676" y="4416552"/>
            <a:ext cx="1622149" cy="352390"/>
          </a:xfrm>
          <a:prstGeom prst="rect">
            <a:avLst/>
          </a:prstGeom>
        </p:spPr>
      </p:pic>
      <p:sp>
        <p:nvSpPr>
          <p:cNvPr id="5" name="TextBox 4">
            <a:extLst>
              <a:ext uri="{FF2B5EF4-FFF2-40B4-BE49-F238E27FC236}">
                <a16:creationId xmlns:a16="http://schemas.microsoft.com/office/drawing/2014/main" id="{AD3154A2-5D1B-A1BF-4F65-E546C98D2F90}"/>
              </a:ext>
            </a:extLst>
          </p:cNvPr>
          <p:cNvSpPr txBox="1"/>
          <p:nvPr/>
        </p:nvSpPr>
        <p:spPr>
          <a:xfrm>
            <a:off x="6794859" y="4108862"/>
            <a:ext cx="357790" cy="769441"/>
          </a:xfrm>
          <a:prstGeom prst="rect">
            <a:avLst/>
          </a:prstGeom>
          <a:noFill/>
        </p:spPr>
        <p:txBody>
          <a:bodyPr wrap="none" rtlCol="0">
            <a:spAutoFit/>
          </a:bodyPr>
          <a:lstStyle/>
          <a:p>
            <a:r>
              <a:rPr lang="en-CA" sz="4400" dirty="0">
                <a:solidFill>
                  <a:schemeClr val="bg1"/>
                </a:solidFill>
              </a:rPr>
              <a:t>[</a:t>
            </a:r>
          </a:p>
        </p:txBody>
      </p:sp>
      <p:sp>
        <p:nvSpPr>
          <p:cNvPr id="8" name="TextBox 7">
            <a:extLst>
              <a:ext uri="{FF2B5EF4-FFF2-40B4-BE49-F238E27FC236}">
                <a16:creationId xmlns:a16="http://schemas.microsoft.com/office/drawing/2014/main" id="{67FC574F-1AD1-AD28-90C4-D05BB240E761}"/>
              </a:ext>
            </a:extLst>
          </p:cNvPr>
          <p:cNvSpPr txBox="1"/>
          <p:nvPr/>
        </p:nvSpPr>
        <p:spPr>
          <a:xfrm>
            <a:off x="8683660" y="4108863"/>
            <a:ext cx="357790" cy="769441"/>
          </a:xfrm>
          <a:prstGeom prst="rect">
            <a:avLst/>
          </a:prstGeom>
          <a:noFill/>
        </p:spPr>
        <p:txBody>
          <a:bodyPr wrap="none" rtlCol="0">
            <a:spAutoFit/>
          </a:bodyPr>
          <a:lstStyle/>
          <a:p>
            <a:r>
              <a:rPr lang="en-CA" sz="4400" dirty="0">
                <a:solidFill>
                  <a:schemeClr val="bg1"/>
                </a:solidFill>
              </a:rPr>
              <a:t>]</a:t>
            </a:r>
          </a:p>
        </p:txBody>
      </p:sp>
    </p:spTree>
    <p:extLst>
      <p:ext uri="{BB962C8B-B14F-4D97-AF65-F5344CB8AC3E}">
        <p14:creationId xmlns:p14="http://schemas.microsoft.com/office/powerpoint/2010/main" val="1643001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5679" y="60201"/>
            <a:ext cx="3277642" cy="5023098"/>
          </a:xfrm>
          <a:prstGeom prst="rect">
            <a:avLst/>
          </a:prstGeom>
        </p:spPr>
      </p:pic>
      <p:sp>
        <p:nvSpPr>
          <p:cNvPr id="4" name="Text 1"/>
          <p:cNvSpPr/>
          <p:nvPr/>
        </p:nvSpPr>
        <p:spPr>
          <a:xfrm>
            <a:off x="3925119" y="619497"/>
            <a:ext cx="3469704" cy="376535"/>
          </a:xfrm>
          <a:prstGeom prst="rect">
            <a:avLst/>
          </a:prstGeom>
          <a:noFill/>
          <a:ln/>
        </p:spPr>
        <p:txBody>
          <a:bodyPr wrap="none" lIns="0" tIns="0" rIns="0" bIns="0" rtlCol="0" anchor="t"/>
          <a:lstStyle/>
          <a:p>
            <a:pPr marL="0" indent="0" algn="l">
              <a:lnSpc>
                <a:spcPct val="104000"/>
              </a:lnSpc>
              <a:buNone/>
            </a:pPr>
            <a:r>
              <a:rPr lang="en-US" sz="2350">
                <a:solidFill>
                  <a:srgbClr val="000000"/>
                </a:solidFill>
                <a:latin typeface="HP Forma DJR Office Medium" pitchFamily="34" charset="0"/>
                <a:ea typeface="HP Forma DJR Office Medium" pitchFamily="34" charset="-122"/>
                <a:cs typeface="HP Forma DJR Office Medium" pitchFamily="34" charset="-120"/>
              </a:rPr>
              <a:t>Executive Snapshot</a:t>
            </a:r>
            <a:endParaRPr lang="en-US" sz="2350"/>
          </a:p>
        </p:txBody>
      </p:sp>
      <p:sp>
        <p:nvSpPr>
          <p:cNvPr id="5" name="Text 2"/>
          <p:cNvSpPr/>
          <p:nvPr/>
        </p:nvSpPr>
        <p:spPr>
          <a:xfrm>
            <a:off x="3925119" y="1252017"/>
            <a:ext cx="1963415"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Account name</a:t>
            </a:r>
            <a:endParaRPr lang="en-US" sz="1150"/>
          </a:p>
        </p:txBody>
      </p:sp>
      <p:sp>
        <p:nvSpPr>
          <p:cNvPr id="6" name="Text 3"/>
          <p:cNvSpPr/>
          <p:nvPr/>
        </p:nvSpPr>
        <p:spPr>
          <a:xfrm>
            <a:off x="3925119" y="1542678"/>
            <a:ext cx="2671614" cy="178296"/>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[Aviva Canada]</a:t>
            </a:r>
            <a:endParaRPr lang="en-US" sz="900" dirty="0"/>
          </a:p>
        </p:txBody>
      </p:sp>
      <p:sp>
        <p:nvSpPr>
          <p:cNvPr id="7" name="Text 4"/>
          <p:cNvSpPr/>
          <p:nvPr/>
        </p:nvSpPr>
        <p:spPr>
          <a:xfrm>
            <a:off x="3925119" y="1823368"/>
            <a:ext cx="1963415"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Account type</a:t>
            </a:r>
            <a:endParaRPr lang="en-US" sz="1150"/>
          </a:p>
        </p:txBody>
      </p:sp>
      <p:sp>
        <p:nvSpPr>
          <p:cNvPr id="8" name="Text 5"/>
          <p:cNvSpPr/>
          <p:nvPr/>
        </p:nvSpPr>
        <p:spPr>
          <a:xfrm>
            <a:off x="3925119" y="2114029"/>
            <a:ext cx="2671614" cy="178296"/>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[Private]</a:t>
            </a:r>
            <a:endParaRPr lang="en-US" sz="900" dirty="0"/>
          </a:p>
        </p:txBody>
      </p:sp>
      <p:sp>
        <p:nvSpPr>
          <p:cNvPr id="9" name="Text 6"/>
          <p:cNvSpPr/>
          <p:nvPr/>
        </p:nvSpPr>
        <p:spPr>
          <a:xfrm>
            <a:off x="3925119" y="2394719"/>
            <a:ext cx="1963415"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Industry</a:t>
            </a:r>
            <a:endParaRPr lang="en-US" sz="1150"/>
          </a:p>
        </p:txBody>
      </p:sp>
      <p:sp>
        <p:nvSpPr>
          <p:cNvPr id="10" name="Text 7"/>
          <p:cNvSpPr/>
          <p:nvPr/>
        </p:nvSpPr>
        <p:spPr>
          <a:xfrm>
            <a:off x="3925119" y="2685380"/>
            <a:ext cx="2214414" cy="356592"/>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[Insurance – Property and Casualty]</a:t>
            </a:r>
            <a:endParaRPr lang="en-US" sz="900" dirty="0"/>
          </a:p>
        </p:txBody>
      </p:sp>
      <p:sp>
        <p:nvSpPr>
          <p:cNvPr id="11" name="Text 8"/>
          <p:cNvSpPr/>
          <p:nvPr/>
        </p:nvSpPr>
        <p:spPr>
          <a:xfrm>
            <a:off x="3925119" y="3144366"/>
            <a:ext cx="2269927"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Estimated annual IT budget</a:t>
            </a:r>
            <a:endParaRPr lang="en-US" sz="1150"/>
          </a:p>
        </p:txBody>
      </p:sp>
      <p:sp>
        <p:nvSpPr>
          <p:cNvPr id="12" name="Text 9"/>
          <p:cNvSpPr/>
          <p:nvPr/>
        </p:nvSpPr>
        <p:spPr>
          <a:xfrm>
            <a:off x="3925119" y="3435028"/>
            <a:ext cx="2671614" cy="178296"/>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[$43.1M – $86.2M annually]</a:t>
            </a:r>
            <a:endParaRPr lang="en-US" sz="900" dirty="0"/>
          </a:p>
        </p:txBody>
      </p:sp>
      <p:sp>
        <p:nvSpPr>
          <p:cNvPr id="13" name="Text 10"/>
          <p:cNvSpPr/>
          <p:nvPr/>
        </p:nvSpPr>
        <p:spPr>
          <a:xfrm>
            <a:off x="6438230" y="1252017"/>
            <a:ext cx="1963415"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Company overview</a:t>
            </a:r>
            <a:endParaRPr lang="en-US" sz="1150"/>
          </a:p>
        </p:txBody>
      </p:sp>
      <p:sp>
        <p:nvSpPr>
          <p:cNvPr id="14" name="Text 11"/>
          <p:cNvSpPr/>
          <p:nvPr/>
        </p:nvSpPr>
        <p:spPr>
          <a:xfrm>
            <a:off x="6438230" y="1542678"/>
            <a:ext cx="2214414" cy="1900000"/>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[Aviva Canada is a leading property and casualty insurer headquartered in Scarborough, Ontario. Founded in 1835, the company serves personal, SME, and large commercial clients across auto, home, business, cyber, fleet, surety bond, and travel insurance. Aviva Canada employs approximately 4,309 people and operates under CEO Nav Dhillon.]</a:t>
            </a:r>
            <a:endParaRPr lang="en-US" sz="900" dirty="0"/>
          </a:p>
        </p:txBody>
      </p:sp>
      <p:sp>
        <p:nvSpPr>
          <p:cNvPr id="15" name="Text 12"/>
          <p:cNvSpPr/>
          <p:nvPr/>
        </p:nvSpPr>
        <p:spPr>
          <a:xfrm>
            <a:off x="6438230" y="3650000"/>
            <a:ext cx="1963415" cy="188268"/>
          </a:xfrm>
          <a:prstGeom prst="rect">
            <a:avLst/>
          </a:prstGeom>
          <a:noFill/>
          <a:ln/>
        </p:spPr>
        <p:txBody>
          <a:bodyPr wrap="none" lIns="0" tIns="0" rIns="0" bIns="0" rtlCol="0" anchor="t"/>
          <a:lstStyle/>
          <a:p>
            <a:pPr marL="0" indent="0" algn="l">
              <a:lnSpc>
                <a:spcPct val="104000"/>
              </a:lnSpc>
              <a:buNone/>
            </a:pPr>
            <a:r>
              <a:rPr lang="en-US" sz="1150">
                <a:solidFill>
                  <a:srgbClr val="000000"/>
                </a:solidFill>
                <a:latin typeface="HP Forma DJR Office Medium" pitchFamily="34" charset="0"/>
                <a:ea typeface="HP Forma DJR Office Medium" pitchFamily="34" charset="-122"/>
                <a:cs typeface="HP Forma DJR Office Medium" pitchFamily="34" charset="-120"/>
              </a:rPr>
              <a:t>Installed technologies</a:t>
            </a:r>
            <a:endParaRPr lang="en-US" sz="1150"/>
          </a:p>
        </p:txBody>
      </p:sp>
      <p:sp>
        <p:nvSpPr>
          <p:cNvPr id="16" name="Text 13"/>
          <p:cNvSpPr/>
          <p:nvPr/>
        </p:nvSpPr>
        <p:spPr>
          <a:xfrm>
            <a:off x="6438230" y="3950000"/>
            <a:ext cx="2214414" cy="891480"/>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[Microsoft Azure, Salesforce, Tableau, AWS, Java, Python, SQL Server, Oracle Database, Docker, Kubernetes, Jenkins, GitHub, Splunk, ServiceNow, Power BI, React, Node.js]</a:t>
            </a:r>
            <a:endParaRPr lang="en-US" sz="900" dirty="0"/>
          </a:p>
        </p:txBody>
      </p:sp>
      <p:pic>
        <p:nvPicPr>
          <p:cNvPr id="17" name="Image 1" descr="preencoded.png"/>
          <p:cNvPicPr>
            <a:picLocks noChangeAspect="1"/>
          </p:cNvPicPr>
          <p:nvPr/>
        </p:nvPicPr>
        <p:blipFill>
          <a:blip r:embed="rId4"/>
          <a:stretch>
            <a:fillRect/>
          </a:stretch>
        </p:blipFill>
        <p:spPr>
          <a:xfrm>
            <a:off x="8761884" y="4760714"/>
            <a:ext cx="282922" cy="2835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8379" y="478631"/>
            <a:ext cx="2899321" cy="305246"/>
          </a:xfrm>
          <a:prstGeom prst="rect">
            <a:avLst/>
          </a:prstGeom>
          <a:noFill/>
          <a:ln/>
        </p:spPr>
        <p:txBody>
          <a:bodyPr wrap="none" lIns="0" tIns="0" rIns="0" bIns="0" rtlCol="0" anchor="t"/>
          <a:lstStyle/>
          <a:p>
            <a:pPr marL="0" indent="0" algn="l">
              <a:lnSpc>
                <a:spcPct val="104000"/>
              </a:lnSpc>
              <a:buNone/>
            </a:pPr>
            <a:r>
              <a:rPr lang="en-US" sz="1900">
                <a:solidFill>
                  <a:srgbClr val="000000"/>
                </a:solidFill>
                <a:latin typeface="HP Forma DJR Office Medium" pitchFamily="34" charset="0"/>
                <a:ea typeface="HP Forma DJR Office Medium" pitchFamily="34" charset="-122"/>
                <a:cs typeface="HP Forma DJR Office Medium" pitchFamily="34" charset="-120"/>
              </a:rPr>
              <a:t>Buying Signals</a:t>
            </a:r>
            <a:endParaRPr lang="en-US" sz="1900"/>
          </a:p>
        </p:txBody>
      </p:sp>
      <p:sp>
        <p:nvSpPr>
          <p:cNvPr id="3" name="Text 1"/>
          <p:cNvSpPr/>
          <p:nvPr/>
        </p:nvSpPr>
        <p:spPr>
          <a:xfrm>
            <a:off x="488379" y="810741"/>
            <a:ext cx="1678260" cy="152623"/>
          </a:xfrm>
          <a:prstGeom prst="rect">
            <a:avLst/>
          </a:prstGeom>
          <a:noFill/>
          <a:ln/>
        </p:spPr>
        <p:txBody>
          <a:bodyPr wrap="none" lIns="0" tIns="0" rIns="0" bIns="0" rtlCol="0" anchor="t"/>
          <a:lstStyle/>
          <a:p>
            <a:pPr marL="0" indent="0" algn="l">
              <a:lnSpc>
                <a:spcPct val="104000"/>
              </a:lnSpc>
              <a:buNone/>
            </a:pPr>
            <a:r>
              <a:rPr lang="en-US" sz="950">
                <a:solidFill>
                  <a:srgbClr val="000000"/>
                </a:solidFill>
                <a:latin typeface="HP Forma DJR Office Medium" pitchFamily="34" charset="0"/>
                <a:ea typeface="HP Forma DJR Office Medium" pitchFamily="34" charset="-122"/>
                <a:cs typeface="HP Forma DJR Office Medium" pitchFamily="34" charset="-120"/>
              </a:rPr>
              <a:t>Top 3 Intent Topics</a:t>
            </a:r>
            <a:endParaRPr lang="en-US" sz="950"/>
          </a:p>
        </p:txBody>
      </p:sp>
      <p:sp>
        <p:nvSpPr>
          <p:cNvPr id="4" name="Shape 2"/>
          <p:cNvSpPr/>
          <p:nvPr/>
        </p:nvSpPr>
        <p:spPr>
          <a:xfrm>
            <a:off x="488379" y="1064270"/>
            <a:ext cx="2677567" cy="680814"/>
          </a:xfrm>
          <a:prstGeom prst="roundRect">
            <a:avLst>
              <a:gd name="adj" fmla="val 2152"/>
            </a:avLst>
          </a:prstGeom>
          <a:solidFill>
            <a:srgbClr val="FFFFFF"/>
          </a:solidFill>
          <a:ln w="14288">
            <a:solidFill>
              <a:srgbClr val="F0F0F0"/>
            </a:solidFill>
            <a:prstDash val="solid"/>
          </a:ln>
        </p:spPr>
        <p:txBody>
          <a:bodyPr/>
          <a:lstStyle/>
          <a:p>
            <a:endParaRPr lang="en-CA"/>
          </a:p>
        </p:txBody>
      </p:sp>
      <p:sp>
        <p:nvSpPr>
          <p:cNvPr id="5" name="Text 3"/>
          <p:cNvSpPr/>
          <p:nvPr/>
        </p:nvSpPr>
        <p:spPr>
          <a:xfrm>
            <a:off x="600298" y="1176189"/>
            <a:ext cx="1221060" cy="15262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HP Forma DJR Office Medium" pitchFamily="34" charset="0"/>
                <a:ea typeface="HP Forma DJR Office Medium" pitchFamily="34" charset="-122"/>
                <a:cs typeface="HP Forma DJR Office Medium" pitchFamily="34" charset="-120"/>
              </a:rPr>
              <a:t>01 – [Cloud Migration]</a:t>
            </a:r>
            <a:endParaRPr lang="en-US" sz="950" dirty="0"/>
          </a:p>
        </p:txBody>
      </p:sp>
      <p:sp>
        <p:nvSpPr>
          <p:cNvPr id="6" name="Text 4"/>
          <p:cNvSpPr/>
          <p:nvPr/>
        </p:nvSpPr>
        <p:spPr>
          <a:xfrm>
            <a:off x="600298" y="1369144"/>
            <a:ext cx="2453729" cy="264021"/>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[Active evaluation of cloud migration strategies and infrastructure modernization.]</a:t>
            </a:r>
            <a:endParaRPr lang="en-US" sz="750" dirty="0"/>
          </a:p>
        </p:txBody>
      </p:sp>
      <p:sp>
        <p:nvSpPr>
          <p:cNvPr id="7" name="Shape 5"/>
          <p:cNvSpPr/>
          <p:nvPr/>
        </p:nvSpPr>
        <p:spPr>
          <a:xfrm>
            <a:off x="3233217" y="1064270"/>
            <a:ext cx="2677567" cy="680814"/>
          </a:xfrm>
          <a:prstGeom prst="roundRect">
            <a:avLst>
              <a:gd name="adj" fmla="val 2152"/>
            </a:avLst>
          </a:prstGeom>
          <a:solidFill>
            <a:srgbClr val="FFFFFF"/>
          </a:solidFill>
          <a:ln w="14288">
            <a:solidFill>
              <a:srgbClr val="F0F0F0"/>
            </a:solidFill>
            <a:prstDash val="solid"/>
          </a:ln>
        </p:spPr>
        <p:txBody>
          <a:bodyPr/>
          <a:lstStyle/>
          <a:p>
            <a:endParaRPr lang="en-CA"/>
          </a:p>
        </p:txBody>
      </p:sp>
      <p:sp>
        <p:nvSpPr>
          <p:cNvPr id="8" name="Text 6"/>
          <p:cNvSpPr/>
          <p:nvPr/>
        </p:nvSpPr>
        <p:spPr>
          <a:xfrm>
            <a:off x="3345135" y="1176189"/>
            <a:ext cx="1461567" cy="15262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HP Forma DJR Office Medium" pitchFamily="34" charset="0"/>
                <a:ea typeface="HP Forma DJR Office Medium" pitchFamily="34" charset="-122"/>
                <a:cs typeface="HP Forma DJR Office Medium" pitchFamily="34" charset="-120"/>
              </a:rPr>
              <a:t>02 – [Security Enhancement]</a:t>
            </a:r>
            <a:endParaRPr lang="en-US" sz="950" dirty="0"/>
          </a:p>
        </p:txBody>
      </p:sp>
      <p:sp>
        <p:nvSpPr>
          <p:cNvPr id="9" name="Text 7"/>
          <p:cNvSpPr/>
          <p:nvPr/>
        </p:nvSpPr>
        <p:spPr>
          <a:xfrm>
            <a:off x="3345135" y="1369144"/>
            <a:ext cx="2453729" cy="264021"/>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[Heightened interest in endpoint and cybersecurity posture improvements.]</a:t>
            </a:r>
            <a:endParaRPr lang="en-US" sz="750" dirty="0"/>
          </a:p>
        </p:txBody>
      </p:sp>
      <p:sp>
        <p:nvSpPr>
          <p:cNvPr id="10" name="Shape 8"/>
          <p:cNvSpPr/>
          <p:nvPr/>
        </p:nvSpPr>
        <p:spPr>
          <a:xfrm>
            <a:off x="5978054" y="1064270"/>
            <a:ext cx="2677567" cy="680814"/>
          </a:xfrm>
          <a:prstGeom prst="roundRect">
            <a:avLst>
              <a:gd name="adj" fmla="val 2152"/>
            </a:avLst>
          </a:prstGeom>
          <a:solidFill>
            <a:srgbClr val="FFFFFF"/>
          </a:solidFill>
          <a:ln w="14288">
            <a:solidFill>
              <a:srgbClr val="F0F0F0"/>
            </a:solidFill>
            <a:prstDash val="solid"/>
          </a:ln>
        </p:spPr>
        <p:txBody>
          <a:bodyPr/>
          <a:lstStyle/>
          <a:p>
            <a:endParaRPr lang="en-CA"/>
          </a:p>
        </p:txBody>
      </p:sp>
      <p:sp>
        <p:nvSpPr>
          <p:cNvPr id="11" name="Text 9"/>
          <p:cNvSpPr/>
          <p:nvPr/>
        </p:nvSpPr>
        <p:spPr>
          <a:xfrm>
            <a:off x="6089972" y="1176189"/>
            <a:ext cx="1221060" cy="15262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HP Forma DJR Office Medium" pitchFamily="34" charset="0"/>
                <a:ea typeface="HP Forma DJR Office Medium" pitchFamily="34" charset="-122"/>
                <a:cs typeface="HP Forma DJR Office Medium" pitchFamily="34" charset="-120"/>
              </a:rPr>
              <a:t>03 – [AI/ML Adoption]</a:t>
            </a:r>
            <a:endParaRPr lang="en-US" sz="950" dirty="0"/>
          </a:p>
        </p:txBody>
      </p:sp>
      <p:sp>
        <p:nvSpPr>
          <p:cNvPr id="12" name="Text 10"/>
          <p:cNvSpPr/>
          <p:nvPr/>
        </p:nvSpPr>
        <p:spPr>
          <a:xfrm>
            <a:off x="6089972" y="1369144"/>
            <a:ext cx="2453729" cy="264021"/>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[Emerging focus on artificial intelligence and machine learning capabilities.]</a:t>
            </a:r>
            <a:endParaRPr lang="en-US" sz="750" dirty="0"/>
          </a:p>
        </p:txBody>
      </p:sp>
      <p:pic>
        <p:nvPicPr>
          <p:cNvPr id="13" name="Image 0" descr="preencoded.png"/>
          <p:cNvPicPr>
            <a:picLocks noChangeAspect="1"/>
          </p:cNvPicPr>
          <p:nvPr/>
        </p:nvPicPr>
        <p:blipFill>
          <a:blip r:embed="rId3"/>
          <a:stretch>
            <a:fillRect/>
          </a:stretch>
        </p:blipFill>
        <p:spPr>
          <a:xfrm>
            <a:off x="488379" y="1896442"/>
            <a:ext cx="2775124" cy="1998538"/>
          </a:xfrm>
          <a:prstGeom prst="rect">
            <a:avLst/>
          </a:prstGeom>
        </p:spPr>
      </p:pic>
      <p:sp>
        <p:nvSpPr>
          <p:cNvPr id="14" name="Text 11"/>
          <p:cNvSpPr/>
          <p:nvPr/>
        </p:nvSpPr>
        <p:spPr>
          <a:xfrm>
            <a:off x="4695899" y="1888034"/>
            <a:ext cx="1776189" cy="152623"/>
          </a:xfrm>
          <a:prstGeom prst="rect">
            <a:avLst/>
          </a:prstGeom>
          <a:noFill/>
          <a:ln/>
        </p:spPr>
        <p:txBody>
          <a:bodyPr wrap="none" lIns="0" tIns="0" rIns="0" bIns="0" rtlCol="0" anchor="t"/>
          <a:lstStyle/>
          <a:p>
            <a:pPr marL="0" indent="0" algn="l">
              <a:lnSpc>
                <a:spcPct val="104000"/>
              </a:lnSpc>
              <a:buNone/>
            </a:pPr>
            <a:r>
              <a:rPr lang="en-US" sz="950">
                <a:solidFill>
                  <a:srgbClr val="000000"/>
                </a:solidFill>
                <a:latin typeface="HP Forma DJR Office Medium" pitchFamily="34" charset="0"/>
                <a:ea typeface="HP Forma DJR Office Medium" pitchFamily="34" charset="-122"/>
                <a:cs typeface="HP Forma DJR Office Medium" pitchFamily="34" charset="-120"/>
              </a:rPr>
              <a:t>Signal Score Breakdown</a:t>
            </a:r>
            <a:endParaRPr lang="en-US" sz="950"/>
          </a:p>
        </p:txBody>
      </p:sp>
      <p:sp>
        <p:nvSpPr>
          <p:cNvPr id="15" name="Text 12"/>
          <p:cNvSpPr/>
          <p:nvPr/>
        </p:nvSpPr>
        <p:spPr>
          <a:xfrm>
            <a:off x="4695899" y="2107927"/>
            <a:ext cx="3964484" cy="1045220"/>
          </a:xfrm>
          <a:prstGeom prst="rect">
            <a:avLst/>
          </a:prstGeom>
          <a:noFill/>
          <a:ln/>
        </p:spPr>
        <p:txBody>
          <a:bodyPr wrap="square" lIns="0" tIns="0" rIns="0" bIns="0" rtlCol="0" anchor="t">
            <a:normAutofit fontScale="92500"/>
          </a:bodyPr>
          <a:lstStyle/>
          <a:p>
            <a:pPr marL="0" indent="0" algn="l">
              <a:lnSpc>
                <a:spcPct val="113000"/>
              </a:lnSpc>
              <a:spcAft>
                <a:spcPts val="450"/>
              </a:spcAft>
              <a:buNone/>
            </a:pPr>
            <a:r>
              <a:rPr lang="en-US" sz="750" dirty="0">
                <a:solidFill>
                  <a:srgbClr val="000000"/>
                </a:solidFill>
                <a:latin typeface="HP Forma DJR Office" pitchFamily="34" charset="0"/>
                <a:ea typeface="HP Forma DJR Office" pitchFamily="34" charset="-122"/>
                <a:cs typeface="HP Forma DJR Office" pitchFamily="34" charset="-120"/>
              </a:rPr>
              <a:t>[The bar chart illustrates the strength of Aviva Canada's intent signals over the past month for their top 3 topics. "Cloud Migration" shows the highest interest at 97, closely followed by "Security Enhancement" at 91 and "AI/ML Adoption" at 85. These scores indicate active evaluation in these areas.</a:t>
            </a:r>
            <a:endParaRPr lang="en-US" sz="750" dirty="0"/>
          </a:p>
          <a:p>
            <a:pPr marL="0" indent="0" algn="l">
              <a:lnSpc>
                <a:spcPct val="113000"/>
              </a:lnSpc>
              <a:spcAft>
                <a:spcPts val="1500"/>
              </a:spcAft>
              <a:buNone/>
            </a:pPr>
            <a:endParaRPr lang="en-US" sz="750" dirty="0"/>
          </a:p>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*Signal Score indicates how big the spike is compared to a company's historical baseline for consuming content]</a:t>
            </a:r>
            <a:endParaRPr lang="en-US" sz="750" dirty="0"/>
          </a:p>
        </p:txBody>
      </p:sp>
      <p:sp>
        <p:nvSpPr>
          <p:cNvPr id="16" name="Text 13"/>
          <p:cNvSpPr/>
          <p:nvPr/>
        </p:nvSpPr>
        <p:spPr>
          <a:xfrm>
            <a:off x="488379" y="4046339"/>
            <a:ext cx="8624441" cy="132011"/>
          </a:xfrm>
          <a:prstGeom prst="rect">
            <a:avLst/>
          </a:prstGeom>
          <a:noFill/>
          <a:ln/>
        </p:spPr>
        <p:txBody>
          <a:bodyPr wrap="none" lIns="0" tIns="0" rIns="0" bIns="0" rtlCol="0" anchor="t"/>
          <a:lstStyle/>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[Aviva Canada showed intent-signal activity in three areas: 1) Cloud Migration, 2) Security Enhancement, 3) AI/ML Adoption.]</a:t>
            </a:r>
            <a:endParaRPr lang="en-US" sz="750" dirty="0"/>
          </a:p>
        </p:txBody>
      </p:sp>
      <p:sp>
        <p:nvSpPr>
          <p:cNvPr id="17" name="Text 14"/>
          <p:cNvSpPr/>
          <p:nvPr/>
        </p:nvSpPr>
        <p:spPr>
          <a:xfrm>
            <a:off x="488379" y="4279255"/>
            <a:ext cx="1678260" cy="152623"/>
          </a:xfrm>
          <a:prstGeom prst="rect">
            <a:avLst/>
          </a:prstGeom>
          <a:noFill/>
          <a:ln/>
        </p:spPr>
        <p:txBody>
          <a:bodyPr wrap="none" lIns="0" tIns="0" rIns="0" bIns="0" rtlCol="0" anchor="t"/>
          <a:lstStyle/>
          <a:p>
            <a:pPr marL="0" indent="0" algn="l">
              <a:lnSpc>
                <a:spcPct val="104000"/>
              </a:lnSpc>
              <a:buNone/>
            </a:pPr>
            <a:r>
              <a:rPr lang="en-US" sz="950">
                <a:solidFill>
                  <a:srgbClr val="000000"/>
                </a:solidFill>
                <a:latin typeface="HP Forma DJR Office Medium" pitchFamily="34" charset="0"/>
                <a:ea typeface="HP Forma DJR Office Medium" pitchFamily="34" charset="-122"/>
                <a:cs typeface="HP Forma DJR Office Medium" pitchFamily="34" charset="-120"/>
              </a:rPr>
              <a:t>Top partner mentions</a:t>
            </a:r>
            <a:endParaRPr lang="en-US" sz="950"/>
          </a:p>
        </p:txBody>
      </p:sp>
      <p:sp>
        <p:nvSpPr>
          <p:cNvPr id="18" name="Text 15"/>
          <p:cNvSpPr/>
          <p:nvPr/>
        </p:nvSpPr>
        <p:spPr>
          <a:xfrm>
            <a:off x="488379" y="4532784"/>
            <a:ext cx="8624441" cy="132011"/>
          </a:xfrm>
          <a:prstGeom prst="rect">
            <a:avLst/>
          </a:prstGeom>
          <a:noFill/>
          <a:ln/>
        </p:spPr>
        <p:txBody>
          <a:bodyPr wrap="none" lIns="0" tIns="0" rIns="0" bIns="0" rtlCol="0" anchor="t"/>
          <a:lstStyle/>
          <a:p>
            <a:pPr marL="0" indent="0" algn="l">
              <a:lnSpc>
                <a:spcPct val="113000"/>
              </a:lnSpc>
              <a:buNone/>
            </a:pPr>
            <a:r>
              <a:rPr lang="en-US" sz="750" dirty="0">
                <a:solidFill>
                  <a:srgbClr val="000000"/>
                </a:solidFill>
                <a:latin typeface="HP Forma DJR Office" pitchFamily="34" charset="0"/>
                <a:ea typeface="HP Forma DJR Office" pitchFamily="34" charset="-122"/>
                <a:cs typeface="HP Forma DJR Office" pitchFamily="34" charset="-120"/>
              </a:rPr>
              <a:t>[Competitive landscape includes Intact Financial Corporation, TD Insurance, The Co-operators, Wawanesa Mutual Insurance, Definity Financial (Economical Insurance), Allstate Insurance Canada.]</a:t>
            </a:r>
            <a:endParaRPr lang="en-US" sz="750" dirty="0"/>
          </a:p>
        </p:txBody>
      </p:sp>
      <p:pic>
        <p:nvPicPr>
          <p:cNvPr id="19" name="Image 1" descr="preencoded.png"/>
          <p:cNvPicPr>
            <a:picLocks noChangeAspect="1"/>
          </p:cNvPicPr>
          <p:nvPr/>
        </p:nvPicPr>
        <p:blipFill>
          <a:blip r:embed="rId4"/>
          <a:stretch>
            <a:fillRect/>
          </a:stretch>
        </p:blipFill>
        <p:spPr>
          <a:xfrm>
            <a:off x="8767911" y="4766742"/>
            <a:ext cx="278457" cy="2790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7986" y="63773"/>
            <a:ext cx="3273028" cy="5015954"/>
          </a:xfrm>
          <a:prstGeom prst="rect">
            <a:avLst/>
          </a:prstGeom>
        </p:spPr>
      </p:pic>
      <p:sp>
        <p:nvSpPr>
          <p:cNvPr id="4" name="Text 1"/>
          <p:cNvSpPr/>
          <p:nvPr/>
        </p:nvSpPr>
        <p:spPr>
          <a:xfrm>
            <a:off x="3925119" y="582960"/>
            <a:ext cx="3646959" cy="398711"/>
          </a:xfrm>
          <a:prstGeom prst="rect">
            <a:avLst/>
          </a:prstGeom>
          <a:noFill/>
          <a:ln/>
        </p:spPr>
        <p:txBody>
          <a:bodyPr wrap="none" lIns="0" tIns="0" rIns="0" bIns="0" rtlCol="0" anchor="t"/>
          <a:lstStyle/>
          <a:p>
            <a:pPr marL="0" indent="0" algn="l">
              <a:lnSpc>
                <a:spcPct val="104000"/>
              </a:lnSpc>
              <a:buNone/>
            </a:pPr>
            <a:r>
              <a:rPr lang="en-US" sz="2500">
                <a:solidFill>
                  <a:srgbClr val="000000"/>
                </a:solidFill>
                <a:latin typeface="HP Forma DJR Office Medium" pitchFamily="34" charset="0"/>
                <a:ea typeface="HP Forma DJR Office Medium" pitchFamily="34" charset="-122"/>
                <a:cs typeface="HP Forma DJR Office Medium" pitchFamily="34" charset="-120"/>
              </a:rPr>
              <a:t>Key Signals</a:t>
            </a:r>
            <a:endParaRPr lang="en-US" sz="2500"/>
          </a:p>
        </p:txBody>
      </p:sp>
      <p:sp>
        <p:nvSpPr>
          <p:cNvPr id="5" name="Text 2"/>
          <p:cNvSpPr/>
          <p:nvPr/>
        </p:nvSpPr>
        <p:spPr>
          <a:xfrm>
            <a:off x="3925119" y="1153864"/>
            <a:ext cx="5179963" cy="193923"/>
          </a:xfrm>
          <a:prstGeom prst="rect">
            <a:avLst/>
          </a:prstGeom>
          <a:noFill/>
          <a:ln/>
        </p:spPr>
        <p:txBody>
          <a:bodyPr wrap="none" lIns="0" tIns="0" rIns="0" bIns="0" rtlCol="0" anchor="t"/>
          <a:lstStyle/>
          <a:p>
            <a:pPr marL="0" indent="0" algn="l">
              <a:lnSpc>
                <a:spcPct val="127000"/>
              </a:lnSpc>
              <a:buNone/>
            </a:pPr>
            <a:r>
              <a:rPr lang="en-US" sz="1000">
                <a:solidFill>
                  <a:srgbClr val="000000"/>
                </a:solidFill>
                <a:latin typeface="HP Forma DJR Office" pitchFamily="34" charset="0"/>
                <a:ea typeface="HP Forma DJR Office" pitchFamily="34" charset="-122"/>
                <a:cs typeface="HP Forma DJR Office" pitchFamily="34" charset="-120"/>
              </a:rPr>
              <a:t>News &amp; Triggers</a:t>
            </a:r>
            <a:endParaRPr lang="en-US" sz="1000"/>
          </a:p>
        </p:txBody>
      </p:sp>
      <p:sp>
        <p:nvSpPr>
          <p:cNvPr id="6" name="Shape 3"/>
          <p:cNvSpPr/>
          <p:nvPr/>
        </p:nvSpPr>
        <p:spPr>
          <a:xfrm>
            <a:off x="3925119" y="1476970"/>
            <a:ext cx="2303934" cy="3083496"/>
          </a:xfrm>
          <a:prstGeom prst="roundRect">
            <a:avLst>
              <a:gd name="adj" fmla="val 831"/>
            </a:avLst>
          </a:prstGeom>
          <a:solidFill>
            <a:srgbClr val="FFFFFF"/>
          </a:solidFill>
          <a:ln w="14288">
            <a:solidFill>
              <a:srgbClr val="F0F0F0"/>
            </a:solidFill>
            <a:prstDash val="solid"/>
          </a:ln>
        </p:spPr>
        <p:txBody>
          <a:bodyPr/>
          <a:lstStyle/>
          <a:p>
            <a:endParaRPr lang="en-CA"/>
          </a:p>
        </p:txBody>
      </p:sp>
      <p:sp>
        <p:nvSpPr>
          <p:cNvPr id="7" name="Text 4"/>
          <p:cNvSpPr/>
          <p:nvPr/>
        </p:nvSpPr>
        <p:spPr>
          <a:xfrm>
            <a:off x="4066952" y="1618804"/>
            <a:ext cx="2020267" cy="597843"/>
          </a:xfrm>
          <a:prstGeom prst="rect">
            <a:avLst/>
          </a:prstGeom>
          <a:noFill/>
          <a:ln/>
        </p:spPr>
        <p:txBody>
          <a:bodyPr wrap="square" lIns="0" tIns="0" rIns="0" bIns="0" rtlCol="0" anchor="t">
            <a:normAutofit/>
          </a:bodyPr>
          <a:lstStyle/>
          <a:p>
            <a:pPr marL="0" indent="0" algn="l">
              <a:lnSpc>
                <a:spcPct val="104000"/>
              </a:lnSpc>
              <a:buNone/>
            </a:pPr>
            <a:r>
              <a:rPr lang="en-US" sz="1250" dirty="0">
                <a:solidFill>
                  <a:srgbClr val="000000"/>
                </a:solidFill>
                <a:latin typeface="HP Forma DJR Office Medium" pitchFamily="34" charset="0"/>
                <a:ea typeface="HP Forma DJR Office Medium" pitchFamily="34" charset="-122"/>
                <a:cs typeface="HP Forma DJR Office Medium" pitchFamily="34" charset="-120"/>
              </a:rPr>
              <a:t>1. [No Recent Funding, Expansion, or Partnership News Found]</a:t>
            </a:r>
            <a:endParaRPr lang="en-US" sz="1250" dirty="0"/>
          </a:p>
        </p:txBody>
      </p:sp>
      <p:sp>
        <p:nvSpPr>
          <p:cNvPr id="8" name="Text 5"/>
          <p:cNvSpPr/>
          <p:nvPr/>
        </p:nvSpPr>
        <p:spPr>
          <a:xfrm>
            <a:off x="4066952" y="2285479"/>
            <a:ext cx="2020267" cy="2133154"/>
          </a:xfrm>
          <a:prstGeom prst="rect">
            <a:avLst/>
          </a:prstGeom>
          <a:noFill/>
          <a:ln/>
        </p:spPr>
        <p:txBody>
          <a:bodyPr wrap="square" lIns="0" tIns="0" rIns="0" bIns="0" rtlCol="0" anchor="t">
            <a:normAutofit fontScale="77500" lnSpcReduction="20000"/>
          </a:bodyPr>
          <a:lstStyle/>
          <a:p>
            <a:pPr marL="0" indent="0" algn="l">
              <a:lnSpc>
                <a:spcPct val="127000"/>
              </a:lnSpc>
              <a:buNone/>
            </a:pPr>
            <a:r>
              <a:rPr lang="en-GB" sz="1000" dirty="0">
                <a:solidFill>
                  <a:srgbClr val="000000"/>
                </a:solidFill>
                <a:latin typeface="HP Forma DJR Office" pitchFamily="34" charset="0"/>
                <a:ea typeface="HP Forma DJR Office" pitchFamily="34" charset="-122"/>
                <a:cs typeface="HP Forma DJR Office" pitchFamily="34" charset="-120"/>
              </a:rPr>
              <a:t>[Public news activity appears quiet, with no major announcements indicating immediate investment, expansion, or partnership-driven change.]</a:t>
            </a:r>
          </a:p>
          <a:p>
            <a:pPr marL="0" indent="0" algn="l">
              <a:lnSpc>
                <a:spcPct val="127000"/>
              </a:lnSpc>
              <a:buNone/>
            </a:pPr>
            <a:endParaRPr lang="en-US" sz="1000" b="1" dirty="0">
              <a:solidFill>
                <a:srgbClr val="000000"/>
              </a:solidFill>
              <a:latin typeface="HP Forma DJR Office" pitchFamily="34" charset="0"/>
              <a:ea typeface="HP Forma DJR Office" pitchFamily="34" charset="-122"/>
              <a:cs typeface="HP Forma DJR Office" pitchFamily="34" charset="-120"/>
            </a:endParaRPr>
          </a:p>
          <a:p>
            <a:pPr marL="0" indent="0" algn="l">
              <a:lnSpc>
                <a:spcPct val="127000"/>
              </a:lnSpc>
              <a:buNone/>
            </a:pPr>
            <a:r>
              <a:rPr lang="en-US" sz="1000" b="1" dirty="0">
                <a:solidFill>
                  <a:srgbClr val="000000"/>
                </a:solidFill>
                <a:latin typeface="HP Forma DJR Office" pitchFamily="34" charset="0"/>
                <a:ea typeface="HP Forma DJR Office" pitchFamily="34" charset="-122"/>
                <a:cs typeface="HP Forma DJR Office" pitchFamily="34" charset="-120"/>
              </a:rPr>
              <a:t>What this means</a:t>
            </a:r>
            <a:r>
              <a:rPr lang="en-US" sz="1000" dirty="0">
                <a:solidFill>
                  <a:srgbClr val="000000"/>
                </a:solidFill>
                <a:latin typeface="HP Forma DJR Office" pitchFamily="34" charset="0"/>
                <a:ea typeface="HP Forma DJR Office" pitchFamily="34" charset="-122"/>
                <a:cs typeface="HP Forma DJR Office" pitchFamily="34" charset="-120"/>
              </a:rPr>
              <a:t>: [The absence of recent funding announcements, expansion news, or strategic partnership activity suggests a period of operational stability at Aviva Canada. This is an opportunity to position HP as a proactive partner introducing future-ready solutions before a formal initiative is triggered, building trust and familiarity ahead of the next investment cycle.]</a:t>
            </a:r>
            <a:endParaRPr lang="en-US" sz="1000" dirty="0"/>
          </a:p>
        </p:txBody>
      </p:sp>
      <p:sp>
        <p:nvSpPr>
          <p:cNvPr id="9" name="Shape 6"/>
          <p:cNvSpPr/>
          <p:nvPr/>
        </p:nvSpPr>
        <p:spPr>
          <a:xfrm>
            <a:off x="6343873" y="1476970"/>
            <a:ext cx="2304008" cy="3083496"/>
          </a:xfrm>
          <a:prstGeom prst="roundRect">
            <a:avLst>
              <a:gd name="adj" fmla="val 831"/>
            </a:avLst>
          </a:prstGeom>
          <a:solidFill>
            <a:srgbClr val="FFFFFF"/>
          </a:solidFill>
          <a:ln w="14288">
            <a:solidFill>
              <a:srgbClr val="F0F0F0"/>
            </a:solidFill>
            <a:prstDash val="solid"/>
          </a:ln>
        </p:spPr>
        <p:txBody>
          <a:bodyPr/>
          <a:lstStyle/>
          <a:p>
            <a:endParaRPr lang="en-CA"/>
          </a:p>
        </p:txBody>
      </p:sp>
      <p:sp>
        <p:nvSpPr>
          <p:cNvPr id="10" name="Text 7"/>
          <p:cNvSpPr/>
          <p:nvPr/>
        </p:nvSpPr>
        <p:spPr>
          <a:xfrm>
            <a:off x="6485706" y="1618804"/>
            <a:ext cx="2020342" cy="597843"/>
          </a:xfrm>
          <a:prstGeom prst="rect">
            <a:avLst/>
          </a:prstGeom>
          <a:noFill/>
          <a:ln/>
        </p:spPr>
        <p:txBody>
          <a:bodyPr wrap="square" lIns="0" tIns="0" rIns="0" bIns="0" rtlCol="0" anchor="t">
            <a:normAutofit/>
          </a:bodyPr>
          <a:lstStyle/>
          <a:p>
            <a:pPr marL="0" indent="0" algn="l">
              <a:lnSpc>
                <a:spcPct val="104000"/>
              </a:lnSpc>
              <a:buNone/>
            </a:pPr>
            <a:r>
              <a:rPr lang="en-US" sz="1250" dirty="0">
                <a:solidFill>
                  <a:srgbClr val="000000"/>
                </a:solidFill>
                <a:latin typeface="HP Forma DJR Office Medium" pitchFamily="34" charset="0"/>
                <a:ea typeface="HP Forma DJR Office Medium" pitchFamily="34" charset="-122"/>
                <a:cs typeface="HP Forma DJR Office Medium" pitchFamily="34" charset="-120"/>
              </a:rPr>
              <a:t>2. [Active Intent Signals Across Cloud Migration, Security and AI/ML]</a:t>
            </a:r>
            <a:endParaRPr lang="en-US" sz="1250" dirty="0"/>
          </a:p>
        </p:txBody>
      </p:sp>
      <p:sp>
        <p:nvSpPr>
          <p:cNvPr id="11" name="Text 8"/>
          <p:cNvSpPr/>
          <p:nvPr/>
        </p:nvSpPr>
        <p:spPr>
          <a:xfrm>
            <a:off x="6485706" y="2285479"/>
            <a:ext cx="2020342" cy="2133154"/>
          </a:xfrm>
          <a:prstGeom prst="rect">
            <a:avLst/>
          </a:prstGeom>
          <a:noFill/>
          <a:ln/>
        </p:spPr>
        <p:txBody>
          <a:bodyPr wrap="square" lIns="0" tIns="0" rIns="0" bIns="0" rtlCol="0" anchor="t">
            <a:normAutofit fontScale="77500" lnSpcReduction="20000"/>
          </a:bodyPr>
          <a:lstStyle/>
          <a:p>
            <a:pPr marL="0" indent="0" algn="l">
              <a:lnSpc>
                <a:spcPct val="127000"/>
              </a:lnSpc>
              <a:buNone/>
            </a:pPr>
            <a:r>
              <a:rPr lang="en-GB" sz="1000" dirty="0">
                <a:solidFill>
                  <a:srgbClr val="000000"/>
                </a:solidFill>
                <a:latin typeface="HP Forma DJR Office" pitchFamily="34" charset="0"/>
                <a:ea typeface="HP Forma DJR Office" pitchFamily="34" charset="-122"/>
                <a:cs typeface="HP Forma DJR Office" pitchFamily="34" charset="-120"/>
              </a:rPr>
              <a:t>[Aviva Canada is showing active interest in modernization topics, including cloud migration, security enhancement, and AI/ML adoption.]</a:t>
            </a:r>
          </a:p>
          <a:p>
            <a:pPr marL="0" indent="0" algn="l">
              <a:lnSpc>
                <a:spcPct val="127000"/>
              </a:lnSpc>
              <a:buNone/>
            </a:pPr>
            <a:endParaRPr lang="en-US" sz="1000" b="1" dirty="0">
              <a:solidFill>
                <a:srgbClr val="000000"/>
              </a:solidFill>
              <a:latin typeface="HP Forma DJR Office" pitchFamily="34" charset="0"/>
              <a:ea typeface="HP Forma DJR Office" pitchFamily="34" charset="-122"/>
              <a:cs typeface="HP Forma DJR Office" pitchFamily="34" charset="-120"/>
            </a:endParaRPr>
          </a:p>
          <a:p>
            <a:pPr marL="0" indent="0" algn="l">
              <a:lnSpc>
                <a:spcPct val="127000"/>
              </a:lnSpc>
              <a:buNone/>
            </a:pPr>
            <a:r>
              <a:rPr lang="en-US" sz="1000" b="1" dirty="0">
                <a:solidFill>
                  <a:srgbClr val="000000"/>
                </a:solidFill>
                <a:latin typeface="HP Forma DJR Office" pitchFamily="34" charset="0"/>
                <a:ea typeface="HP Forma DJR Office" pitchFamily="34" charset="-122"/>
                <a:cs typeface="HP Forma DJR Office" pitchFamily="34" charset="-120"/>
              </a:rPr>
              <a:t>What this means: </a:t>
            </a:r>
            <a:r>
              <a:rPr lang="en-US" sz="1000" dirty="0">
                <a:solidFill>
                  <a:srgbClr val="000000"/>
                </a:solidFill>
                <a:latin typeface="HP Forma DJR Office" pitchFamily="34" charset="0"/>
                <a:ea typeface="HP Forma DJR Office" pitchFamily="34" charset="-122"/>
                <a:cs typeface="HP Forma DJR Office" pitchFamily="34" charset="-120"/>
              </a:rPr>
              <a:t>[Despite no public announcements, Aviva Canada is actively consuming content related to cloud migration, security enhancement, and AI/ML adoption. This signals internal evaluation activity likely tied to modernization planning. HP is well-positioned to enter the conversation with relevant content and solutions that align with these exact themes.]</a:t>
            </a:r>
            <a:endParaRPr lang="en-US" sz="1000" dirty="0"/>
          </a:p>
        </p:txBody>
      </p:sp>
      <p:pic>
        <p:nvPicPr>
          <p:cNvPr id="12" name="Image 1" descr="preencoded.png"/>
          <p:cNvPicPr>
            <a:picLocks noChangeAspect="1"/>
          </p:cNvPicPr>
          <p:nvPr/>
        </p:nvPicPr>
        <p:blipFill>
          <a:blip r:embed="rId4"/>
          <a:stretch>
            <a:fillRect/>
          </a:stretch>
        </p:blipFill>
        <p:spPr>
          <a:xfrm>
            <a:off x="8761884" y="4760714"/>
            <a:ext cx="282922" cy="2835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8684" y="49560"/>
            <a:ext cx="3291557" cy="5044380"/>
          </a:xfrm>
          <a:prstGeom prst="rect">
            <a:avLst/>
          </a:prstGeom>
        </p:spPr>
      </p:pic>
      <p:sp>
        <p:nvSpPr>
          <p:cNvPr id="4" name="Text 1"/>
          <p:cNvSpPr/>
          <p:nvPr/>
        </p:nvSpPr>
        <p:spPr>
          <a:xfrm>
            <a:off x="3925119" y="696441"/>
            <a:ext cx="2938090" cy="310083"/>
          </a:xfrm>
          <a:prstGeom prst="rect">
            <a:avLst/>
          </a:prstGeom>
          <a:noFill/>
          <a:ln/>
        </p:spPr>
        <p:txBody>
          <a:bodyPr wrap="none" lIns="0" tIns="0" rIns="0" bIns="0" rtlCol="0" anchor="t"/>
          <a:lstStyle/>
          <a:p>
            <a:pPr marL="0" indent="0" algn="l">
              <a:lnSpc>
                <a:spcPct val="104000"/>
              </a:lnSpc>
              <a:buNone/>
            </a:pPr>
            <a:r>
              <a:rPr lang="en-US" sz="1950">
                <a:solidFill>
                  <a:srgbClr val="000000"/>
                </a:solidFill>
                <a:latin typeface="HP Forma DJR Office Medium" pitchFamily="34" charset="0"/>
                <a:ea typeface="HP Forma DJR Office Medium" pitchFamily="34" charset="-122"/>
                <a:cs typeface="HP Forma DJR Office Medium" pitchFamily="34" charset="-120"/>
              </a:rPr>
              <a:t>Opportunity Themes</a:t>
            </a:r>
            <a:endParaRPr lang="en-US" sz="1950"/>
          </a:p>
        </p:txBody>
      </p:sp>
      <p:sp>
        <p:nvSpPr>
          <p:cNvPr id="5" name="Text 2"/>
          <p:cNvSpPr/>
          <p:nvPr/>
        </p:nvSpPr>
        <p:spPr>
          <a:xfrm>
            <a:off x="3925119" y="1180133"/>
            <a:ext cx="1697608" cy="155004"/>
          </a:xfrm>
          <a:prstGeom prst="rect">
            <a:avLst/>
          </a:prstGeom>
          <a:noFill/>
          <a:ln/>
        </p:spPr>
        <p:txBody>
          <a:bodyPr wrap="none" lIns="0" tIns="0" rIns="0" bIns="0" rtlCol="0" anchor="t"/>
          <a:lstStyle/>
          <a:p>
            <a:pPr marL="0" indent="0" algn="l">
              <a:lnSpc>
                <a:spcPct val="104000"/>
              </a:lnSpc>
              <a:buNone/>
            </a:pPr>
            <a:r>
              <a:rPr lang="en-US" sz="950">
                <a:solidFill>
                  <a:srgbClr val="000000"/>
                </a:solidFill>
                <a:latin typeface="HP Forma DJR Office Medium" pitchFamily="34" charset="0"/>
                <a:ea typeface="HP Forma DJR Office Medium" pitchFamily="34" charset="-122"/>
                <a:cs typeface="HP Forma DJR Office Medium" pitchFamily="34" charset="-120"/>
              </a:rPr>
              <a:t>Pain points</a:t>
            </a:r>
            <a:endParaRPr lang="en-US" sz="950"/>
          </a:p>
        </p:txBody>
      </p:sp>
      <p:sp>
        <p:nvSpPr>
          <p:cNvPr id="6" name="Text 3"/>
          <p:cNvSpPr/>
          <p:nvPr/>
        </p:nvSpPr>
        <p:spPr>
          <a:xfrm>
            <a:off x="3925119" y="1404565"/>
            <a:ext cx="2240384" cy="3876228"/>
          </a:xfrm>
          <a:prstGeom prst="rect">
            <a:avLst/>
          </a:prstGeom>
          <a:noFill/>
          <a:ln/>
        </p:spPr>
        <p:txBody>
          <a:bodyPr wrap="square" lIns="0" tIns="0" rIns="0" bIns="0" rtlCol="0" anchor="t">
            <a:normAutofit/>
          </a:bodyPr>
          <a:lstStyle/>
          <a:p>
            <a:pPr marL="342900" indent="-342900" algn="l">
              <a:lnSpc>
                <a:spcPct val="113000"/>
              </a:lnSpc>
              <a:buSzPct val="100000"/>
              <a:buFont typeface="+mj-lt"/>
              <a:buAutoNum type="arabicPeriod"/>
            </a:pPr>
            <a:r>
              <a:rPr lang="en-US" sz="750" b="1" dirty="0">
                <a:solidFill>
                  <a:srgbClr val="000000"/>
                </a:solidFill>
                <a:latin typeface="HP Forma DJR Office" pitchFamily="34" charset="0"/>
                <a:ea typeface="HP Forma DJR Office" pitchFamily="34" charset="-122"/>
                <a:cs typeface="HP Forma DJR Office" pitchFamily="34" charset="-120"/>
              </a:rPr>
              <a:t>[Need for Enhanced Cybersecurity Measures]</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[Aviva Canada faces increasing threats from cyberattacks, necessitating robust security solutions to protect sensitive customer data. The company's commitment to compliance and customer trust makes this a critical area for improvement.]</a:t>
            </a:r>
            <a:endParaRPr lang="en-US" sz="750" dirty="0"/>
          </a:p>
          <a:p>
            <a:pPr marL="342900" indent="-342900" algn="l">
              <a:lnSpc>
                <a:spcPct val="113000"/>
              </a:lnSpc>
              <a:buSzPct val="100000"/>
              <a:buFont typeface="+mj-lt"/>
              <a:buAutoNum type="arabicPeriod" startAt="2"/>
            </a:pPr>
            <a:r>
              <a:rPr lang="en-US" sz="750" b="1" dirty="0">
                <a:solidFill>
                  <a:srgbClr val="000000"/>
                </a:solidFill>
                <a:latin typeface="HP Forma DJR Office" pitchFamily="34" charset="0"/>
                <a:ea typeface="HP Forma DJR Office" pitchFamily="34" charset="-122"/>
                <a:cs typeface="HP Forma DJR Office" pitchFamily="34" charset="-120"/>
              </a:rPr>
              <a:t>[Challenges in Managing Diverse Insurance Products]</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[With a wide range of insurance offerings, Aviva Canada requires efficient management systems to streamline operations and enhance service delivery. This complexity can lead to inefficiencies and customer dissatisfaction if not addressed.]</a:t>
            </a:r>
            <a:endParaRPr lang="en-US" sz="750" dirty="0"/>
          </a:p>
          <a:p>
            <a:pPr marL="342900" indent="-342900" algn="l">
              <a:lnSpc>
                <a:spcPct val="113000"/>
              </a:lnSpc>
              <a:buSzPct val="100000"/>
              <a:buFont typeface="+mj-lt"/>
              <a:buAutoNum type="arabicPeriod" startAt="3"/>
            </a:pPr>
            <a:r>
              <a:rPr lang="en-US" sz="750" b="1" dirty="0">
                <a:solidFill>
                  <a:srgbClr val="000000"/>
                </a:solidFill>
                <a:latin typeface="HP Forma DJR Office" pitchFamily="34" charset="0"/>
                <a:ea typeface="HP Forma DJR Office" pitchFamily="34" charset="-122"/>
                <a:cs typeface="HP Forma DJR Office" pitchFamily="34" charset="-120"/>
              </a:rPr>
              <a:t>[Standardization and Lifecycle Management of Devices]</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[The need for standardization across devices is crucial for operational efficiency. Aviva Canada must ensure that all employees have access to up-to-date technology to maintain productivity and competitiveness.]</a:t>
            </a:r>
            <a:endParaRPr lang="en-US" sz="750" dirty="0"/>
          </a:p>
        </p:txBody>
      </p:sp>
      <p:sp>
        <p:nvSpPr>
          <p:cNvPr id="7" name="Text 4"/>
          <p:cNvSpPr/>
          <p:nvPr/>
        </p:nvSpPr>
        <p:spPr>
          <a:xfrm>
            <a:off x="6412260" y="1180133"/>
            <a:ext cx="2105844" cy="155004"/>
          </a:xfrm>
          <a:prstGeom prst="rect">
            <a:avLst/>
          </a:prstGeom>
          <a:noFill/>
          <a:ln/>
        </p:spPr>
        <p:txBody>
          <a:bodyPr wrap="none" lIns="0" tIns="0" rIns="0" bIns="0" rtlCol="0" anchor="t"/>
          <a:lstStyle/>
          <a:p>
            <a:pPr marL="0" indent="0" algn="l">
              <a:lnSpc>
                <a:spcPct val="104000"/>
              </a:lnSpc>
              <a:buNone/>
            </a:pPr>
            <a:r>
              <a:rPr lang="en-US" sz="950">
                <a:solidFill>
                  <a:srgbClr val="000000"/>
                </a:solidFill>
                <a:latin typeface="HP Forma DJR Office Medium" pitchFamily="34" charset="0"/>
                <a:ea typeface="HP Forma DJR Office Medium" pitchFamily="34" charset="-122"/>
                <a:cs typeface="HP Forma DJR Office Medium" pitchFamily="34" charset="-120"/>
              </a:rPr>
              <a:t>Recommended solution areas</a:t>
            </a:r>
            <a:endParaRPr lang="en-US" sz="950"/>
          </a:p>
        </p:txBody>
      </p:sp>
      <p:sp>
        <p:nvSpPr>
          <p:cNvPr id="8" name="Text 5"/>
          <p:cNvSpPr/>
          <p:nvPr/>
        </p:nvSpPr>
        <p:spPr>
          <a:xfrm>
            <a:off x="6412260" y="1404565"/>
            <a:ext cx="2240384" cy="3356149"/>
          </a:xfrm>
          <a:prstGeom prst="rect">
            <a:avLst/>
          </a:prstGeom>
          <a:noFill/>
          <a:ln/>
        </p:spPr>
        <p:txBody>
          <a:bodyPr wrap="square" lIns="0" tIns="0" rIns="0" bIns="0" rtlCol="0" anchor="t">
            <a:normAutofit/>
          </a:bodyPr>
          <a:lstStyle/>
          <a:p>
            <a:pPr marL="342900" indent="-342900" algn="l">
              <a:lnSpc>
                <a:spcPct val="113000"/>
              </a:lnSpc>
              <a:buSzPct val="100000"/>
              <a:buFont typeface="+mj-lt"/>
              <a:buAutoNum type="arabicPeriod"/>
            </a:pPr>
            <a:r>
              <a:rPr lang="en-US" sz="750" b="1" dirty="0">
                <a:solidFill>
                  <a:srgbClr val="000000"/>
                </a:solidFill>
                <a:latin typeface="HP Forma DJR Office" pitchFamily="34" charset="0"/>
                <a:ea typeface="HP Forma DJR Office" pitchFamily="34" charset="-122"/>
                <a:cs typeface="HP Forma DJR Office" pitchFamily="34" charset="-120"/>
              </a:rPr>
              <a:t>[Enhancing Cybersecurity Posture]</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[Engage with Aviva Canada to explore their current cybersecurity measures and identify gaps. Present HP's solutions that can enhance their security posture and ensure compliance with industry regulations.]</a:t>
            </a:r>
            <a:endParaRPr lang="en-US" sz="750" dirty="0"/>
          </a:p>
          <a:p>
            <a:pPr marL="342900" indent="-342900" algn="l">
              <a:lnSpc>
                <a:spcPct val="113000"/>
              </a:lnSpc>
              <a:buSzPct val="100000"/>
              <a:buFont typeface="+mj-lt"/>
              <a:buAutoNum type="arabicPeriod" startAt="2"/>
            </a:pPr>
            <a:r>
              <a:rPr lang="en-US" sz="750" b="1" dirty="0">
                <a:solidFill>
                  <a:srgbClr val="000000"/>
                </a:solidFill>
                <a:latin typeface="HP Forma DJR Office" pitchFamily="34" charset="0"/>
                <a:ea typeface="HP Forma DJR Office" pitchFamily="34" charset="-122"/>
                <a:cs typeface="HP Forma DJR Office" pitchFamily="34" charset="-120"/>
              </a:rPr>
              <a:t>[Streamlining Operations through Modernization]</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[Discuss how the HP workplace modernization solutions can help Aviva Canada manage its diverse insurance products more effectively. Focus on understanding their current processes and identifying areas for improvement.]</a:t>
            </a:r>
            <a:endParaRPr lang="en-US" sz="750" dirty="0"/>
          </a:p>
          <a:p>
            <a:pPr marL="342900" indent="-342900" algn="l">
              <a:lnSpc>
                <a:spcPct val="113000"/>
              </a:lnSpc>
              <a:buSzPct val="100000"/>
              <a:buFont typeface="+mj-lt"/>
              <a:buAutoNum type="arabicPeriod" startAt="3"/>
            </a:pPr>
            <a:r>
              <a:rPr lang="en-US" sz="750" b="1" dirty="0">
                <a:solidFill>
                  <a:srgbClr val="000000"/>
                </a:solidFill>
                <a:latin typeface="HP Forma DJR Office" pitchFamily="34" charset="0"/>
                <a:ea typeface="HP Forma DJR Office" pitchFamily="34" charset="-122"/>
                <a:cs typeface="HP Forma DJR Office" pitchFamily="34" charset="-120"/>
              </a:rPr>
              <a:t>[Implementing Device Standardization]</a:t>
            </a:r>
            <a:endParaRPr lang="en-US" sz="750" dirty="0"/>
          </a:p>
          <a:p>
            <a:pPr marL="342900" indent="-342900" algn="l">
              <a:lnSpc>
                <a:spcPct val="113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[Explore Aviva Canada's current device management practices and propose HP's device standardization solutions. Highlight the benefits of improved efficiency and reduced costs through lifecycle management.]</a:t>
            </a:r>
            <a:endParaRPr lang="en-US" sz="750" dirty="0"/>
          </a:p>
        </p:txBody>
      </p:sp>
      <p:pic>
        <p:nvPicPr>
          <p:cNvPr id="9" name="Image 1" descr="preencoded.png"/>
          <p:cNvPicPr>
            <a:picLocks noChangeAspect="1"/>
          </p:cNvPicPr>
          <p:nvPr/>
        </p:nvPicPr>
        <p:blipFill>
          <a:blip r:embed="rId4"/>
          <a:stretch>
            <a:fillRect/>
          </a:stretch>
        </p:blipFill>
        <p:spPr>
          <a:xfrm>
            <a:off x="8761884" y="4760714"/>
            <a:ext cx="282922" cy="2835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DE95-1368-967C-ED14-E181EBA71C32}"/>
            </a:ext>
          </a:extLst>
        </p:cNvPr>
        <p:cNvGrpSpPr/>
        <p:nvPr/>
      </p:nvGrpSpPr>
      <p:grpSpPr>
        <a:xfrm>
          <a:off x="0" y="0"/>
          <a:ext cx="0" cy="0"/>
          <a:chOff x="0" y="0"/>
          <a:chExt cx="0" cy="0"/>
        </a:xfrm>
      </p:grpSpPr>
      <p:pic>
        <p:nvPicPr>
          <p:cNvPr id="19" name="Graphic 18" descr="preencoded.png">
            <a:extLst>
              <a:ext uri="{FF2B5EF4-FFF2-40B4-BE49-F238E27FC236}">
                <a16:creationId xmlns:a16="http://schemas.microsoft.com/office/drawing/2014/main" id="{D83D17AE-DD70-7CF9-D4F1-1E2B61C9C953}"/>
              </a:ext>
            </a:extLst>
          </p:cNvPr>
          <p:cNvPicPr>
            <a:picLocks noChangeAspect="1"/>
          </p:cNvPicPr>
          <p:nvPr/>
        </p:nvPicPr>
        <p:blipFill>
          <a:blip>
            <a:extLst>
              <a:ext uri="{96DAC541-7B7A-43D3-8B79-37D633B846F1}">
                <asvg:svgBlip xmlns:asvg="http://schemas.microsoft.com/office/drawing/2016/SVG/main" r:embed="rId3"/>
              </a:ext>
            </a:extLst>
          </a:blip>
          <a:srcRect l="51563" r="33131"/>
          <a:stretch/>
        </p:blipFill>
        <p:spPr>
          <a:xfrm>
            <a:off x="5314950" y="2291140"/>
            <a:ext cx="3829050" cy="2866517"/>
          </a:xfrm>
          <a:custGeom>
            <a:avLst/>
            <a:gdLst>
              <a:gd name="csX0" fmla="*/ 0 w 5105400"/>
              <a:gd name="csY0" fmla="*/ 0 h 3822023"/>
              <a:gd name="csX1" fmla="*/ 5105400 w 5105400"/>
              <a:gd name="csY1" fmla="*/ 0 h 3822023"/>
              <a:gd name="csX2" fmla="*/ 5105400 w 5105400"/>
              <a:gd name="csY2" fmla="*/ 3822023 h 3822023"/>
              <a:gd name="csX3" fmla="*/ 0 w 5105400"/>
              <a:gd name="csY3" fmla="*/ 3822023 h 3822023"/>
            </a:gdLst>
            <a:ahLst/>
            <a:cxnLst>
              <a:cxn ang="0">
                <a:pos x="csX0" y="csY0"/>
              </a:cxn>
              <a:cxn ang="0">
                <a:pos x="csX1" y="csY1"/>
              </a:cxn>
              <a:cxn ang="0">
                <a:pos x="csX2" y="csY2"/>
              </a:cxn>
              <a:cxn ang="0">
                <a:pos x="csX3" y="csY3"/>
              </a:cxn>
            </a:cxnLst>
            <a:rect l="l" t="t" r="r" b="b"/>
            <a:pathLst>
              <a:path w="5105400" h="3822023">
                <a:moveTo>
                  <a:pt x="0" y="0"/>
                </a:moveTo>
                <a:lnTo>
                  <a:pt x="5105400" y="0"/>
                </a:lnTo>
                <a:lnTo>
                  <a:pt x="5105400" y="3822023"/>
                </a:lnTo>
                <a:lnTo>
                  <a:pt x="0" y="3822023"/>
                </a:lnTo>
                <a:close/>
              </a:path>
            </a:pathLst>
          </a:custGeom>
        </p:spPr>
      </p:pic>
      <p:sp>
        <p:nvSpPr>
          <p:cNvPr id="2" name="Text 0">
            <a:extLst>
              <a:ext uri="{FF2B5EF4-FFF2-40B4-BE49-F238E27FC236}">
                <a16:creationId xmlns:a16="http://schemas.microsoft.com/office/drawing/2014/main" id="{65712347-0FCD-2648-D7EE-376115F26CAA}"/>
              </a:ext>
            </a:extLst>
          </p:cNvPr>
          <p:cNvSpPr/>
          <p:nvPr/>
        </p:nvSpPr>
        <p:spPr>
          <a:xfrm>
            <a:off x="496119" y="1044327"/>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HP Forma DJR Office Medium" pitchFamily="34" charset="0"/>
                <a:ea typeface="HP Forma DJR Office Medium" pitchFamily="34" charset="-122"/>
                <a:cs typeface="HP Forma DJR Office Medium" pitchFamily="34" charset="-120"/>
              </a:rPr>
              <a:t>Sales Opportunities</a:t>
            </a:r>
            <a:endParaRPr lang="en-US" sz="2750" dirty="0"/>
          </a:p>
        </p:txBody>
      </p:sp>
      <p:sp>
        <p:nvSpPr>
          <p:cNvPr id="3" name="Shape 1">
            <a:extLst>
              <a:ext uri="{FF2B5EF4-FFF2-40B4-BE49-F238E27FC236}">
                <a16:creationId xmlns:a16="http://schemas.microsoft.com/office/drawing/2014/main" id="{D329FF50-C9BF-AB0C-C2CE-9BE195C9EC50}"/>
              </a:ext>
            </a:extLst>
          </p:cNvPr>
          <p:cNvSpPr/>
          <p:nvPr/>
        </p:nvSpPr>
        <p:spPr>
          <a:xfrm>
            <a:off x="496119" y="1699915"/>
            <a:ext cx="2622724" cy="3000000"/>
          </a:xfrm>
          <a:prstGeom prst="roundRect">
            <a:avLst>
              <a:gd name="adj" fmla="val 886"/>
            </a:avLst>
          </a:prstGeom>
          <a:noFill/>
          <a:ln w="12700">
            <a:solidFill>
              <a:srgbClr val="024AD8"/>
            </a:solidFill>
          </a:ln>
        </p:spPr>
        <p:txBody>
          <a:bodyPr/>
          <a:lstStyle/>
          <a:p>
            <a:endParaRPr lang="en-CA"/>
          </a:p>
        </p:txBody>
      </p:sp>
      <p:sp>
        <p:nvSpPr>
          <p:cNvPr id="8" name="Text 2">
            <a:extLst>
              <a:ext uri="{FF2B5EF4-FFF2-40B4-BE49-F238E27FC236}">
                <a16:creationId xmlns:a16="http://schemas.microsoft.com/office/drawing/2014/main" id="{595C25BA-5B3B-BFA8-9CDC-74A999FB20BA}"/>
              </a:ext>
            </a:extLst>
          </p:cNvPr>
          <p:cNvSpPr/>
          <p:nvPr/>
        </p:nvSpPr>
        <p:spPr>
          <a:xfrm>
            <a:off x="637877" y="1841674"/>
            <a:ext cx="23392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00"/>
                </a:solidFill>
                <a:latin typeface="HP Forma DJR Office Medium" pitchFamily="34" charset="0"/>
                <a:ea typeface="HP Forma DJR Office Medium" pitchFamily="34" charset="-122"/>
                <a:cs typeface="HP Forma DJR Office Medium" pitchFamily="34" charset="-120"/>
              </a:rPr>
              <a:t>1. [Enhancing Cybersecurity Posture]</a:t>
            </a:r>
            <a:endParaRPr lang="en-US" sz="1350" dirty="0"/>
          </a:p>
        </p:txBody>
      </p:sp>
      <p:sp>
        <p:nvSpPr>
          <p:cNvPr id="13" name="Text 3">
            <a:extLst>
              <a:ext uri="{FF2B5EF4-FFF2-40B4-BE49-F238E27FC236}">
                <a16:creationId xmlns:a16="http://schemas.microsoft.com/office/drawing/2014/main" id="{E4F1E220-497B-E821-5A01-596419CB787F}"/>
              </a:ext>
            </a:extLst>
          </p:cNvPr>
          <p:cNvSpPr/>
          <p:nvPr/>
        </p:nvSpPr>
        <p:spPr>
          <a:xfrm>
            <a:off x="637877" y="2369641"/>
            <a:ext cx="2339206" cy="190000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HP Forma DJR Office" pitchFamily="34" charset="0"/>
                <a:ea typeface="HP Forma DJR Office" pitchFamily="34" charset="-122"/>
                <a:cs typeface="HP Forma DJR Office" pitchFamily="34" charset="-120"/>
              </a:rPr>
              <a:t>[Engage with Aviva Canada to explore their current cybersecurity measures and identify gaps. Present HP's solutions that can enhance their security posture and ensure compliance with industry regulations.]</a:t>
            </a:r>
            <a:endParaRPr lang="en-US" sz="1100" dirty="0"/>
          </a:p>
        </p:txBody>
      </p:sp>
      <p:sp>
        <p:nvSpPr>
          <p:cNvPr id="18" name="Shape 4">
            <a:extLst>
              <a:ext uri="{FF2B5EF4-FFF2-40B4-BE49-F238E27FC236}">
                <a16:creationId xmlns:a16="http://schemas.microsoft.com/office/drawing/2014/main" id="{D6558DF9-BB10-B6E1-40FF-CA95FEF808BE}"/>
              </a:ext>
            </a:extLst>
          </p:cNvPr>
          <p:cNvSpPr/>
          <p:nvPr/>
        </p:nvSpPr>
        <p:spPr>
          <a:xfrm>
            <a:off x="3260601" y="1699915"/>
            <a:ext cx="2622724" cy="3000000"/>
          </a:xfrm>
          <a:prstGeom prst="roundRect">
            <a:avLst>
              <a:gd name="adj" fmla="val 886"/>
            </a:avLst>
          </a:prstGeom>
          <a:noFill/>
          <a:ln w="12700">
            <a:solidFill>
              <a:srgbClr val="024AD8"/>
            </a:solidFill>
          </a:ln>
        </p:spPr>
        <p:txBody>
          <a:bodyPr/>
          <a:lstStyle/>
          <a:p>
            <a:endParaRPr lang="en-CA"/>
          </a:p>
        </p:txBody>
      </p:sp>
      <p:sp>
        <p:nvSpPr>
          <p:cNvPr id="20" name="Text 5">
            <a:extLst>
              <a:ext uri="{FF2B5EF4-FFF2-40B4-BE49-F238E27FC236}">
                <a16:creationId xmlns:a16="http://schemas.microsoft.com/office/drawing/2014/main" id="{FAF615EA-483A-E53B-6574-C8DA1B01F224}"/>
              </a:ext>
            </a:extLst>
          </p:cNvPr>
          <p:cNvSpPr/>
          <p:nvPr/>
        </p:nvSpPr>
        <p:spPr>
          <a:xfrm>
            <a:off x="3402360" y="1841674"/>
            <a:ext cx="23392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00"/>
                </a:solidFill>
                <a:latin typeface="HP Forma DJR Office Medium" pitchFamily="34" charset="0"/>
                <a:ea typeface="HP Forma DJR Office Medium" pitchFamily="34" charset="-122"/>
                <a:cs typeface="HP Forma DJR Office Medium" pitchFamily="34" charset="-120"/>
              </a:rPr>
              <a:t>2. [Streamlining Operations through Modernization]</a:t>
            </a:r>
            <a:endParaRPr lang="en-US" sz="1350" dirty="0"/>
          </a:p>
        </p:txBody>
      </p:sp>
      <p:sp>
        <p:nvSpPr>
          <p:cNvPr id="21" name="Text 6">
            <a:extLst>
              <a:ext uri="{FF2B5EF4-FFF2-40B4-BE49-F238E27FC236}">
                <a16:creationId xmlns:a16="http://schemas.microsoft.com/office/drawing/2014/main" id="{7FDE03E0-625C-3322-CCDF-4F3C32A7E85A}"/>
              </a:ext>
            </a:extLst>
          </p:cNvPr>
          <p:cNvSpPr/>
          <p:nvPr/>
        </p:nvSpPr>
        <p:spPr>
          <a:xfrm>
            <a:off x="3402360" y="2369641"/>
            <a:ext cx="2339206" cy="190000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HP Forma DJR Office" pitchFamily="34" charset="0"/>
                <a:ea typeface="HP Forma DJR Office" pitchFamily="34" charset="-122"/>
                <a:cs typeface="HP Forma DJR Office" pitchFamily="34" charset="-120"/>
              </a:rPr>
              <a:t>[Discuss how the HP workplace modernization solutions can help Aviva Canada manage its diverse insurance products more effectively. Focus on understanding their current processes and identifying areas for improvement.]</a:t>
            </a:r>
            <a:endParaRPr lang="en-US" sz="1100" dirty="0"/>
          </a:p>
        </p:txBody>
      </p:sp>
      <p:sp>
        <p:nvSpPr>
          <p:cNvPr id="22" name="Shape 7">
            <a:extLst>
              <a:ext uri="{FF2B5EF4-FFF2-40B4-BE49-F238E27FC236}">
                <a16:creationId xmlns:a16="http://schemas.microsoft.com/office/drawing/2014/main" id="{A25CDB4B-3099-0791-0BB0-77A672A18B6E}"/>
              </a:ext>
            </a:extLst>
          </p:cNvPr>
          <p:cNvSpPr/>
          <p:nvPr/>
        </p:nvSpPr>
        <p:spPr>
          <a:xfrm>
            <a:off x="6025083" y="1699915"/>
            <a:ext cx="2622724" cy="3000000"/>
          </a:xfrm>
          <a:prstGeom prst="roundRect">
            <a:avLst>
              <a:gd name="adj" fmla="val 886"/>
            </a:avLst>
          </a:prstGeom>
          <a:solidFill>
            <a:schemeClr val="bg1"/>
          </a:solidFill>
          <a:ln w="12700">
            <a:solidFill>
              <a:srgbClr val="024AD8"/>
            </a:solidFill>
          </a:ln>
        </p:spPr>
        <p:txBody>
          <a:bodyPr/>
          <a:lstStyle/>
          <a:p>
            <a:endParaRPr lang="en-CA" dirty="0"/>
          </a:p>
        </p:txBody>
      </p:sp>
      <p:sp>
        <p:nvSpPr>
          <p:cNvPr id="23" name="Text 8">
            <a:extLst>
              <a:ext uri="{FF2B5EF4-FFF2-40B4-BE49-F238E27FC236}">
                <a16:creationId xmlns:a16="http://schemas.microsoft.com/office/drawing/2014/main" id="{5CB1EED3-7C9B-5582-F74D-E82986AD047B}"/>
              </a:ext>
            </a:extLst>
          </p:cNvPr>
          <p:cNvSpPr/>
          <p:nvPr/>
        </p:nvSpPr>
        <p:spPr>
          <a:xfrm>
            <a:off x="6166842" y="1841674"/>
            <a:ext cx="23392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00"/>
                </a:solidFill>
                <a:latin typeface="HP Forma DJR Office Medium" pitchFamily="34" charset="0"/>
                <a:ea typeface="HP Forma DJR Office Medium" pitchFamily="34" charset="-122"/>
                <a:cs typeface="HP Forma DJR Office Medium" pitchFamily="34" charset="-120"/>
              </a:rPr>
              <a:t>3. [Implementing Device Standardization]</a:t>
            </a:r>
            <a:endParaRPr lang="en-US" sz="1350" dirty="0"/>
          </a:p>
        </p:txBody>
      </p:sp>
      <p:sp>
        <p:nvSpPr>
          <p:cNvPr id="24" name="Text 9">
            <a:extLst>
              <a:ext uri="{FF2B5EF4-FFF2-40B4-BE49-F238E27FC236}">
                <a16:creationId xmlns:a16="http://schemas.microsoft.com/office/drawing/2014/main" id="{ED22D42F-3077-58E2-B028-78F624861CD6}"/>
              </a:ext>
            </a:extLst>
          </p:cNvPr>
          <p:cNvSpPr/>
          <p:nvPr/>
        </p:nvSpPr>
        <p:spPr>
          <a:xfrm>
            <a:off x="6166842" y="2369641"/>
            <a:ext cx="2339206" cy="190000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HP Forma DJR Office" pitchFamily="34" charset="0"/>
                <a:ea typeface="HP Forma DJR Office" pitchFamily="34" charset="-122"/>
                <a:cs typeface="HP Forma DJR Office" pitchFamily="34" charset="-120"/>
              </a:rPr>
              <a:t>[Explore Aviva Canada's current device management practices and propose HP's device standardization solutions. Highlight the benefits of improved efficiency and reduced costs through lifecycle management.]</a:t>
            </a:r>
            <a:endParaRPr lang="en-US" sz="1100" dirty="0"/>
          </a:p>
        </p:txBody>
      </p:sp>
      <p:pic>
        <p:nvPicPr>
          <p:cNvPr id="5" name="Image 1" descr="preencoded.png">
            <a:extLst>
              <a:ext uri="{FF2B5EF4-FFF2-40B4-BE49-F238E27FC236}">
                <a16:creationId xmlns:a16="http://schemas.microsoft.com/office/drawing/2014/main" id="{61567121-4F95-3C7A-7E14-FF5E2D7BCC19}"/>
              </a:ext>
            </a:extLst>
          </p:cNvPr>
          <p:cNvPicPr>
            <a:picLocks noChangeAspect="1"/>
          </p:cNvPicPr>
          <p:nvPr/>
        </p:nvPicPr>
        <p:blipFill>
          <a:blip r:embed="rId4"/>
          <a:stretch>
            <a:fillRect/>
          </a:stretch>
        </p:blipFill>
        <p:spPr>
          <a:xfrm>
            <a:off x="8761884" y="4776480"/>
            <a:ext cx="282922" cy="283518"/>
          </a:xfrm>
          <a:prstGeom prst="rect">
            <a:avLst/>
          </a:prstGeom>
        </p:spPr>
      </p:pic>
    </p:spTree>
    <p:extLst>
      <p:ext uri="{BB962C8B-B14F-4D97-AF65-F5344CB8AC3E}">
        <p14:creationId xmlns:p14="http://schemas.microsoft.com/office/powerpoint/2010/main" val="270253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82600" y="70842"/>
            <a:ext cx="3263801" cy="5001816"/>
          </a:xfrm>
          <a:prstGeom prst="rect">
            <a:avLst/>
          </a:prstGeom>
        </p:spPr>
      </p:pic>
      <p:sp>
        <p:nvSpPr>
          <p:cNvPr id="4" name="Text 1"/>
          <p:cNvSpPr/>
          <p:nvPr/>
        </p:nvSpPr>
        <p:spPr>
          <a:xfrm>
            <a:off x="3925119" y="1052364"/>
            <a:ext cx="4415317"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Stakeholder Map:</a:t>
            </a:r>
          </a:p>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Role Profile Alignment</a:t>
            </a:r>
            <a:endParaRPr lang="en-US" sz="2200" dirty="0"/>
          </a:p>
        </p:txBody>
      </p:sp>
      <p:sp>
        <p:nvSpPr>
          <p:cNvPr id="5" name="Text 2"/>
          <p:cNvSpPr/>
          <p:nvPr/>
        </p:nvSpPr>
        <p:spPr>
          <a:xfrm>
            <a:off x="3925119" y="1817787"/>
            <a:ext cx="3394546" cy="221456"/>
          </a:xfrm>
          <a:prstGeom prst="rect">
            <a:avLst/>
          </a:prstGeom>
          <a:noFill/>
          <a:ln/>
        </p:spPr>
        <p:txBody>
          <a:bodyPr wrap="none" lIns="0" tIns="0" rIns="0" bIns="0" rtlCol="0" anchor="t"/>
          <a:lstStyle/>
          <a:p>
            <a:pPr marL="0" indent="0" algn="l">
              <a:lnSpc>
                <a:spcPct val="104000"/>
              </a:lnSpc>
              <a:buNone/>
            </a:pPr>
            <a:r>
              <a:rPr lang="en-US" sz="1350">
                <a:solidFill>
                  <a:srgbClr val="000000"/>
                </a:solidFill>
                <a:latin typeface="HP Forma DJR Office Medium" pitchFamily="34" charset="0"/>
                <a:ea typeface="HP Forma DJR Office Medium" pitchFamily="34" charset="-122"/>
                <a:cs typeface="HP Forma DJR Office Medium" pitchFamily="34" charset="-120"/>
              </a:rPr>
              <a:t>Key Contacts​​</a:t>
            </a:r>
          </a:p>
        </p:txBody>
      </p:sp>
      <p:sp>
        <p:nvSpPr>
          <p:cNvPr id="6" name="Text 3"/>
          <p:cNvSpPr/>
          <p:nvPr/>
        </p:nvSpPr>
        <p:spPr>
          <a:xfrm>
            <a:off x="4137720" y="2411313"/>
            <a:ext cx="4510162" cy="1134070"/>
          </a:xfrm>
          <a:prstGeom prst="rect">
            <a:avLst/>
          </a:prstGeom>
          <a:noFill/>
          <a:ln/>
        </p:spPr>
        <p:txBody>
          <a:bodyPr wrap="square" lIns="0" tIns="0" rIns="0" bIns="0" rtlCol="0" anchor="t">
            <a:normAutofit fontScale="85000" lnSpcReduction="20000"/>
          </a:bodyPr>
          <a:lstStyle/>
          <a:p>
            <a:pPr>
              <a:lnSpc>
                <a:spcPct val="133000"/>
              </a:lnSpc>
            </a:pPr>
            <a:r>
              <a:rPr lang="en-US" sz="1100" dirty="0">
                <a:latin typeface="HP Forma DJR Office" pitchFamily="2" charset="77"/>
              </a:rPr>
              <a:t>The following stakeholder profiles identify the primary decision-makers </a:t>
            </a:r>
            <a:br>
              <a:rPr lang="en-US" sz="1100" dirty="0">
                <a:latin typeface="HP Forma DJR Office" pitchFamily="2" charset="77"/>
              </a:rPr>
            </a:br>
            <a:r>
              <a:rPr lang="en-US" sz="1100" dirty="0">
                <a:latin typeface="HP Forma DJR Office" pitchFamily="2" charset="77"/>
              </a:rPr>
              <a:t>and influencers at [Aviva Canada.]</a:t>
            </a:r>
          </a:p>
          <a:p>
            <a:pPr>
              <a:lnSpc>
                <a:spcPct val="133000"/>
              </a:lnSpc>
            </a:pPr>
            <a:endParaRPr lang="en-US" sz="1100" b="1" dirty="0">
              <a:solidFill>
                <a:srgbClr val="000000"/>
              </a:solidFill>
              <a:latin typeface="HP Forma DJR Office" pitchFamily="34" charset="0"/>
              <a:ea typeface="HP Forma DJR Office" pitchFamily="34" charset="-122"/>
              <a:cs typeface="HP Forma DJR Office" pitchFamily="34" charset="-120"/>
            </a:endParaRPr>
          </a:p>
          <a:p>
            <a:pPr marL="0" indent="0" algn="l">
              <a:lnSpc>
                <a:spcPct val="133000"/>
              </a:lnSpc>
              <a:buNone/>
            </a:pPr>
            <a:r>
              <a:rPr lang="en-US" sz="1100" b="1" dirty="0">
                <a:solidFill>
                  <a:srgbClr val="000000"/>
                </a:solidFill>
                <a:latin typeface="HP Forma DJR Office" pitchFamily="34" charset="0"/>
                <a:ea typeface="HP Forma DJR Office" pitchFamily="34" charset="-122"/>
                <a:cs typeface="HP Forma DJR Office" pitchFamily="34" charset="-120"/>
              </a:rPr>
              <a:t>Persona note:</a:t>
            </a:r>
            <a:r>
              <a:rPr lang="en-US" sz="1100" dirty="0">
                <a:solidFill>
                  <a:srgbClr val="000000"/>
                </a:solidFill>
                <a:latin typeface="HP Forma DJR Office" pitchFamily="34" charset="0"/>
                <a:ea typeface="HP Forma DJR Office" pitchFamily="34" charset="-122"/>
                <a:cs typeface="HP Forma DJR Office" pitchFamily="34" charset="-120"/>
              </a:rPr>
              <a:t> Where a contact's title doesn't have a dedicated persona pack, we assign one from the closest proxy persona. (e.g., CIO, CTO, CFO, COO, CISO, and CPO). We do this based on their primary decision drivers (finance, operations, or technology) to keep outreach consistent and seller-usable.</a:t>
            </a:r>
            <a:endParaRPr lang="en-US" sz="1100" dirty="0"/>
          </a:p>
        </p:txBody>
      </p:sp>
      <p:sp>
        <p:nvSpPr>
          <p:cNvPr id="7" name="Shape 4"/>
          <p:cNvSpPr/>
          <p:nvPr/>
        </p:nvSpPr>
        <p:spPr>
          <a:xfrm>
            <a:off x="3925119" y="2251844"/>
            <a:ext cx="19050" cy="1453009"/>
          </a:xfrm>
          <a:prstGeom prst="rect">
            <a:avLst/>
          </a:prstGeom>
          <a:solidFill>
            <a:srgbClr val="024AD8"/>
          </a:solidFill>
          <a:ln/>
        </p:spPr>
        <p:txBody>
          <a:bodyPr/>
          <a:lstStyle/>
          <a:p>
            <a:endParaRPr lang="en-CA"/>
          </a:p>
        </p:txBody>
      </p:sp>
      <p:pic>
        <p:nvPicPr>
          <p:cNvPr id="9" name="Image 1" descr="preencoded.png"/>
          <p:cNvPicPr>
            <a:picLocks noChangeAspect="1"/>
          </p:cNvPicPr>
          <p:nvPr/>
        </p:nvPicPr>
        <p:blipFill>
          <a:blip r:embed="rId4"/>
          <a:stretch>
            <a:fillRect/>
          </a:stretch>
        </p:blipFill>
        <p:spPr>
          <a:xfrm>
            <a:off x="8761884" y="4760714"/>
            <a:ext cx="282922" cy="283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9E6D112-26D6-F73D-8C6E-4964E04E9B87}"/>
              </a:ext>
            </a:extLst>
          </p:cNvPr>
          <p:cNvSpPr/>
          <p:nvPr/>
        </p:nvSpPr>
        <p:spPr>
          <a:xfrm>
            <a:off x="281373" y="507281"/>
            <a:ext cx="5125789" cy="354360"/>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Stakeholder Map: Stakeholder Profile</a:t>
            </a:r>
            <a:endParaRPr lang="en-US" sz="2200" dirty="0"/>
          </a:p>
        </p:txBody>
      </p:sp>
      <p:sp>
        <p:nvSpPr>
          <p:cNvPr id="3" name="Text 10">
            <a:extLst>
              <a:ext uri="{FF2B5EF4-FFF2-40B4-BE49-F238E27FC236}">
                <a16:creationId xmlns:a16="http://schemas.microsoft.com/office/drawing/2014/main" id="{2A98BC9D-2488-77AC-0CB7-EC1CF8511DB5}"/>
              </a:ext>
            </a:extLst>
          </p:cNvPr>
          <p:cNvSpPr/>
          <p:nvPr/>
        </p:nvSpPr>
        <p:spPr>
          <a:xfrm>
            <a:off x="4715098" y="1088380"/>
            <a:ext cx="1874862" cy="177180"/>
          </a:xfrm>
          <a:prstGeom prst="rect">
            <a:avLst/>
          </a:prstGeom>
          <a:noFill/>
          <a:ln/>
        </p:spPr>
        <p:txBody>
          <a:bodyPr wrap="none" lIns="0" tIns="0" rIns="0" bIns="0" rtlCol="0" anchor="t"/>
          <a:lstStyle/>
          <a:p>
            <a:pPr marL="0" indent="0" algn="l">
              <a:lnSpc>
                <a:spcPct val="104000"/>
              </a:lnSpc>
              <a:buNone/>
            </a:pPr>
            <a:r>
              <a:rPr lang="en-US" sz="1100">
                <a:solidFill>
                  <a:srgbClr val="000000"/>
                </a:solidFill>
                <a:latin typeface="HP Forma DJR Office Medium" pitchFamily="34" charset="0"/>
                <a:ea typeface="HP Forma DJR Office Medium" pitchFamily="34" charset="-122"/>
                <a:cs typeface="HP Forma DJR Office Medium" pitchFamily="34" charset="-120"/>
              </a:rPr>
              <a:t>About</a:t>
            </a:r>
            <a:endParaRPr lang="en-US" sz="1100"/>
          </a:p>
        </p:txBody>
      </p:sp>
      <p:sp>
        <p:nvSpPr>
          <p:cNvPr id="4" name="Text 11">
            <a:extLst>
              <a:ext uri="{FF2B5EF4-FFF2-40B4-BE49-F238E27FC236}">
                <a16:creationId xmlns:a16="http://schemas.microsoft.com/office/drawing/2014/main" id="{B307BB33-6384-5B1B-33F0-95733550C321}"/>
              </a:ext>
            </a:extLst>
          </p:cNvPr>
          <p:cNvSpPr/>
          <p:nvPr/>
        </p:nvSpPr>
        <p:spPr>
          <a:xfrm>
            <a:off x="4715098" y="1356271"/>
            <a:ext cx="3937546" cy="653058"/>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000000"/>
                </a:solidFill>
                <a:latin typeface="HP Forma DJR Office" pitchFamily="34" charset="0"/>
                <a:ea typeface="HP Forma DJR Office" pitchFamily="34" charset="-122"/>
                <a:cs typeface="HP Forma DJR Office" pitchFamily="34" charset="-120"/>
              </a:rPr>
              <a:t>[Lisa Leo is the Technical Chief and Underwriter at Aviva Canada, sitting within the Technology department. She leads the technical underwriting function, bridging underwriting expertise with technology to modernize how risks are assessed, priced, and managed across the business.]</a:t>
            </a:r>
            <a:endParaRPr lang="en-US" sz="750" dirty="0"/>
          </a:p>
        </p:txBody>
      </p:sp>
      <p:sp>
        <p:nvSpPr>
          <p:cNvPr id="5" name="Text 12">
            <a:extLst>
              <a:ext uri="{FF2B5EF4-FFF2-40B4-BE49-F238E27FC236}">
                <a16:creationId xmlns:a16="http://schemas.microsoft.com/office/drawing/2014/main" id="{36A830C4-4976-22AA-F1BD-70F94048E436}"/>
              </a:ext>
            </a:extLst>
          </p:cNvPr>
          <p:cNvSpPr/>
          <p:nvPr/>
        </p:nvSpPr>
        <p:spPr>
          <a:xfrm>
            <a:off x="4715098" y="2300039"/>
            <a:ext cx="1874862" cy="177180"/>
          </a:xfrm>
          <a:prstGeom prst="rect">
            <a:avLst/>
          </a:prstGeom>
          <a:noFill/>
          <a:ln/>
        </p:spPr>
        <p:txBody>
          <a:bodyPr wrap="none" lIns="0" tIns="0" rIns="0" bIns="0" rtlCol="0" anchor="t"/>
          <a:lstStyle/>
          <a:p>
            <a:pPr marL="0" indent="0" algn="l">
              <a:lnSpc>
                <a:spcPct val="104000"/>
              </a:lnSpc>
              <a:buNone/>
            </a:pPr>
            <a:r>
              <a:rPr lang="en-US" sz="1100">
                <a:solidFill>
                  <a:srgbClr val="000000"/>
                </a:solidFill>
                <a:latin typeface="HP Forma DJR Office Medium" pitchFamily="34" charset="0"/>
                <a:ea typeface="HP Forma DJR Office Medium" pitchFamily="34" charset="-122"/>
                <a:cs typeface="HP Forma DJR Office Medium" pitchFamily="34" charset="-120"/>
              </a:rPr>
              <a:t>Strategic priorities</a:t>
            </a:r>
            <a:endParaRPr lang="en-US" sz="1100"/>
          </a:p>
        </p:txBody>
      </p:sp>
      <p:sp>
        <p:nvSpPr>
          <p:cNvPr id="6" name="Text 13">
            <a:extLst>
              <a:ext uri="{FF2B5EF4-FFF2-40B4-BE49-F238E27FC236}">
                <a16:creationId xmlns:a16="http://schemas.microsoft.com/office/drawing/2014/main" id="{226212A6-2464-B998-9182-53AC3DB588F7}"/>
              </a:ext>
            </a:extLst>
          </p:cNvPr>
          <p:cNvSpPr/>
          <p:nvPr/>
        </p:nvSpPr>
        <p:spPr>
          <a:xfrm>
            <a:off x="4715098" y="2567930"/>
            <a:ext cx="3937546" cy="1042988"/>
          </a:xfrm>
          <a:prstGeom prst="rect">
            <a:avLst/>
          </a:prstGeom>
          <a:noFill/>
          <a:ln/>
        </p:spPr>
        <p:txBody>
          <a:bodyPr wrap="square" lIns="0" tIns="0" rIns="0" bIns="0" rtlCol="0" anchor="t">
            <a:normAutofit/>
          </a:bodyPr>
          <a:lstStyle/>
          <a:p>
            <a:pPr marL="342900" indent="-342900" algn="l">
              <a:lnSpc>
                <a:spcPct val="120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[Underwriting Technology Modernization – Advancing the technology stack supporting underwriters to enable faster, more consistent decision-making.</a:t>
            </a:r>
            <a:endParaRPr lang="en-US" sz="750" dirty="0"/>
          </a:p>
          <a:p>
            <a:pPr marL="342900" indent="-342900" algn="l">
              <a:lnSpc>
                <a:spcPct val="120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Data &amp; Analytics Enablement – Leveraging data and predictive analytics to sharpen risk selection and pricing accuracy.</a:t>
            </a:r>
            <a:endParaRPr lang="en-US" sz="750" dirty="0"/>
          </a:p>
          <a:p>
            <a:pPr marL="342900" indent="-342900" algn="l">
              <a:lnSpc>
                <a:spcPct val="120000"/>
              </a:lnSpc>
              <a:buSzPct val="100000"/>
              <a:buChar char="•"/>
            </a:pPr>
            <a:r>
              <a:rPr lang="en-US" sz="750" dirty="0">
                <a:solidFill>
                  <a:srgbClr val="000000"/>
                </a:solidFill>
                <a:latin typeface="HP Forma DJR Office" pitchFamily="34" charset="0"/>
                <a:ea typeface="HP Forma DJR Office" pitchFamily="34" charset="-122"/>
                <a:cs typeface="HP Forma DJR Office" pitchFamily="34" charset="-120"/>
              </a:rPr>
              <a:t>Digital Transformation – Driving automation and digital workflows to reduce manual effort and improve underwriter productivity.]</a:t>
            </a:r>
            <a:endParaRPr lang="en-US" sz="750" dirty="0"/>
          </a:p>
        </p:txBody>
      </p:sp>
      <p:sp>
        <p:nvSpPr>
          <p:cNvPr id="7" name="Text 14">
            <a:extLst>
              <a:ext uri="{FF2B5EF4-FFF2-40B4-BE49-F238E27FC236}">
                <a16:creationId xmlns:a16="http://schemas.microsoft.com/office/drawing/2014/main" id="{580E6FD4-68D3-AC2C-08C4-A5B9E8261AEC}"/>
              </a:ext>
            </a:extLst>
          </p:cNvPr>
          <p:cNvSpPr/>
          <p:nvPr/>
        </p:nvSpPr>
        <p:spPr>
          <a:xfrm>
            <a:off x="4715098" y="3701628"/>
            <a:ext cx="1874862" cy="177180"/>
          </a:xfrm>
          <a:prstGeom prst="rect">
            <a:avLst/>
          </a:prstGeom>
          <a:noFill/>
          <a:ln/>
        </p:spPr>
        <p:txBody>
          <a:bodyPr wrap="none" lIns="0" tIns="0" rIns="0" bIns="0" rtlCol="0" anchor="t"/>
          <a:lstStyle/>
          <a:p>
            <a:pPr marL="0" indent="0" algn="l">
              <a:lnSpc>
                <a:spcPct val="104000"/>
              </a:lnSpc>
              <a:buNone/>
            </a:pPr>
            <a:r>
              <a:rPr lang="en-US" sz="1100">
                <a:solidFill>
                  <a:srgbClr val="000000"/>
                </a:solidFill>
                <a:latin typeface="HP Forma DJR Office Medium" pitchFamily="34" charset="0"/>
                <a:ea typeface="HP Forma DJR Office Medium" pitchFamily="34" charset="-122"/>
                <a:cs typeface="HP Forma DJR Office Medium" pitchFamily="34" charset="-120"/>
              </a:rPr>
              <a:t>Conversation starters</a:t>
            </a:r>
            <a:endParaRPr lang="en-US" sz="1100"/>
          </a:p>
        </p:txBody>
      </p:sp>
      <p:sp>
        <p:nvSpPr>
          <p:cNvPr id="8" name="Text 15">
            <a:extLst>
              <a:ext uri="{FF2B5EF4-FFF2-40B4-BE49-F238E27FC236}">
                <a16:creationId xmlns:a16="http://schemas.microsoft.com/office/drawing/2014/main" id="{3CCE405C-7E32-C8C3-B3D5-62C88624F7E0}"/>
              </a:ext>
            </a:extLst>
          </p:cNvPr>
          <p:cNvSpPr/>
          <p:nvPr/>
        </p:nvSpPr>
        <p:spPr>
          <a:xfrm>
            <a:off x="4715098" y="3969519"/>
            <a:ext cx="3937546" cy="653058"/>
          </a:xfrm>
          <a:prstGeom prst="rect">
            <a:avLst/>
          </a:prstGeom>
          <a:noFill/>
          <a:ln/>
        </p:spPr>
        <p:txBody>
          <a:bodyPr wrap="square" lIns="0" tIns="0" rIns="0" bIns="0" rtlCol="0" anchor="t">
            <a:normAutofit/>
          </a:bodyPr>
          <a:lstStyle/>
          <a:p>
            <a:pPr algn="l">
              <a:lnSpc>
                <a:spcPct val="120000"/>
              </a:lnSpc>
              <a:buSzPct val="100000"/>
            </a:pPr>
            <a:r>
              <a:rPr lang="en-US" sz="750" dirty="0">
                <a:solidFill>
                  <a:srgbClr val="000000"/>
                </a:solidFill>
                <a:latin typeface="HP Forma DJR Office" pitchFamily="34" charset="0"/>
                <a:ea typeface="HP Forma DJR Office" pitchFamily="34" charset="-122"/>
                <a:cs typeface="HP Forma DJR Office" pitchFamily="34" charset="-120"/>
              </a:rPr>
              <a:t>[Engage Lisa by demonstrating how your solution bridges technology and underwriting outcomes. Lead with concrete examples of automation, data enrichment, or analytics capabilities that translate into measurable improvements in underwriting speed, accuracy, or loss ratio.]</a:t>
            </a:r>
            <a:endParaRPr lang="en-US" sz="750" dirty="0"/>
          </a:p>
        </p:txBody>
      </p:sp>
      <p:sp>
        <p:nvSpPr>
          <p:cNvPr id="10" name="Shape 1">
            <a:extLst>
              <a:ext uri="{FF2B5EF4-FFF2-40B4-BE49-F238E27FC236}">
                <a16:creationId xmlns:a16="http://schemas.microsoft.com/office/drawing/2014/main" id="{DADFA71C-E1E9-DD9C-F0FE-7788868276DE}"/>
              </a:ext>
            </a:extLst>
          </p:cNvPr>
          <p:cNvSpPr/>
          <p:nvPr/>
        </p:nvSpPr>
        <p:spPr>
          <a:xfrm>
            <a:off x="303647" y="997669"/>
            <a:ext cx="4100810" cy="3638476"/>
          </a:xfrm>
          <a:prstGeom prst="roundRect">
            <a:avLst>
              <a:gd name="adj" fmla="val 468"/>
            </a:avLst>
          </a:prstGeom>
          <a:noFill/>
          <a:ln w="12700">
            <a:solidFill>
              <a:srgbClr val="024AD8"/>
            </a:solidFill>
          </a:ln>
        </p:spPr>
        <p:txBody>
          <a:bodyPr/>
          <a:lstStyle/>
          <a:p>
            <a:endParaRPr lang="en-CA" dirty="0"/>
          </a:p>
        </p:txBody>
      </p:sp>
      <p:sp>
        <p:nvSpPr>
          <p:cNvPr id="11" name="Text 2">
            <a:extLst>
              <a:ext uri="{FF2B5EF4-FFF2-40B4-BE49-F238E27FC236}">
                <a16:creationId xmlns:a16="http://schemas.microsoft.com/office/drawing/2014/main" id="{3A4F7267-1AB7-6CF1-ACE1-4A56DCB54BD8}"/>
              </a:ext>
            </a:extLst>
          </p:cNvPr>
          <p:cNvSpPr/>
          <p:nvPr/>
        </p:nvSpPr>
        <p:spPr>
          <a:xfrm>
            <a:off x="417054" y="1088380"/>
            <a:ext cx="1874862" cy="17718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HP Forma DJR Office Medium" pitchFamily="34" charset="0"/>
                <a:ea typeface="HP Forma DJR Office Medium" pitchFamily="34" charset="-122"/>
                <a:cs typeface="HP Forma DJR Office Medium" pitchFamily="34" charset="-120"/>
              </a:rPr>
              <a:t>Persona</a:t>
            </a:r>
            <a:endParaRPr lang="en-US" sz="1100" dirty="0"/>
          </a:p>
        </p:txBody>
      </p:sp>
      <p:sp>
        <p:nvSpPr>
          <p:cNvPr id="12" name="Text 3">
            <a:extLst>
              <a:ext uri="{FF2B5EF4-FFF2-40B4-BE49-F238E27FC236}">
                <a16:creationId xmlns:a16="http://schemas.microsoft.com/office/drawing/2014/main" id="{AC5B8B5A-324F-595C-86A0-E42BCC2E7862}"/>
              </a:ext>
            </a:extLst>
          </p:cNvPr>
          <p:cNvSpPr/>
          <p:nvPr/>
        </p:nvSpPr>
        <p:spPr>
          <a:xfrm>
            <a:off x="417054" y="1293926"/>
            <a:ext cx="4331196" cy="163264"/>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HP Forma DJR Office" pitchFamily="34" charset="0"/>
                <a:ea typeface="HP Forma DJR Office" pitchFamily="34" charset="-122"/>
                <a:cs typeface="HP Forma DJR Office" pitchFamily="34" charset="-120"/>
              </a:rPr>
              <a:t>[CTO] </a:t>
            </a:r>
            <a:endParaRPr lang="en-US" sz="850" dirty="0"/>
          </a:p>
        </p:txBody>
      </p:sp>
      <p:sp>
        <p:nvSpPr>
          <p:cNvPr id="13" name="Text 4">
            <a:extLst>
              <a:ext uri="{FF2B5EF4-FFF2-40B4-BE49-F238E27FC236}">
                <a16:creationId xmlns:a16="http://schemas.microsoft.com/office/drawing/2014/main" id="{89E10573-B344-1527-4D58-86CC07CBF29F}"/>
              </a:ext>
            </a:extLst>
          </p:cNvPr>
          <p:cNvSpPr/>
          <p:nvPr/>
        </p:nvSpPr>
        <p:spPr>
          <a:xfrm>
            <a:off x="417054" y="1664791"/>
            <a:ext cx="1874862" cy="17718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HP Forma DJR Office Medium" pitchFamily="34" charset="0"/>
                <a:ea typeface="HP Forma DJR Office Medium" pitchFamily="34" charset="-122"/>
                <a:cs typeface="HP Forma DJR Office Medium" pitchFamily="34" charset="-120"/>
              </a:rPr>
              <a:t>Contact</a:t>
            </a:r>
            <a:endParaRPr lang="en-US" sz="1100" dirty="0"/>
          </a:p>
        </p:txBody>
      </p:sp>
      <p:sp>
        <p:nvSpPr>
          <p:cNvPr id="14" name="Text 5">
            <a:extLst>
              <a:ext uri="{FF2B5EF4-FFF2-40B4-BE49-F238E27FC236}">
                <a16:creationId xmlns:a16="http://schemas.microsoft.com/office/drawing/2014/main" id="{8A7FFFB1-FACB-F03B-4AEF-96A59BF1926E}"/>
              </a:ext>
            </a:extLst>
          </p:cNvPr>
          <p:cNvSpPr/>
          <p:nvPr/>
        </p:nvSpPr>
        <p:spPr>
          <a:xfrm>
            <a:off x="417054" y="1878137"/>
            <a:ext cx="3873996" cy="408161"/>
          </a:xfrm>
          <a:prstGeom prst="rect">
            <a:avLst/>
          </a:prstGeom>
          <a:noFill/>
          <a:ln/>
        </p:spPr>
        <p:txBody>
          <a:bodyPr wrap="square" lIns="0" tIns="0" rIns="0" bIns="0" rtlCol="0" anchor="t"/>
          <a:lstStyle/>
          <a:p>
            <a:pPr marL="0" indent="0" algn="l">
              <a:lnSpc>
                <a:spcPct val="120000"/>
              </a:lnSpc>
              <a:spcAft>
                <a:spcPts val="600"/>
              </a:spcAft>
              <a:buNone/>
            </a:pPr>
            <a:r>
              <a:rPr lang="en-US" sz="850" dirty="0">
                <a:solidFill>
                  <a:srgbClr val="000000"/>
                </a:solidFill>
                <a:latin typeface="HP Forma DJR Office" pitchFamily="34" charset="0"/>
                <a:ea typeface="HP Forma DJR Office" pitchFamily="34" charset="-122"/>
                <a:cs typeface="HP Forma DJR Office" pitchFamily="34" charset="-120"/>
              </a:rPr>
              <a:t>[Lisa Leo]</a:t>
            </a:r>
            <a:endParaRPr lang="en-US" sz="850" dirty="0"/>
          </a:p>
          <a:p>
            <a:pPr marL="0" indent="0" algn="l">
              <a:lnSpc>
                <a:spcPct val="120000"/>
              </a:lnSpc>
              <a:buNone/>
            </a:pPr>
            <a:r>
              <a:rPr lang="en-US" sz="850" b="1" dirty="0">
                <a:solidFill>
                  <a:srgbClr val="000000"/>
                </a:solidFill>
                <a:latin typeface="HP Forma DJR Office" pitchFamily="34" charset="0"/>
                <a:ea typeface="HP Forma DJR Office" pitchFamily="34" charset="-122"/>
                <a:cs typeface="HP Forma DJR Office" pitchFamily="34" charset="-120"/>
              </a:rPr>
              <a:t>Title</a:t>
            </a:r>
            <a:r>
              <a:rPr lang="en-US" sz="850" dirty="0">
                <a:solidFill>
                  <a:srgbClr val="000000"/>
                </a:solidFill>
                <a:latin typeface="HP Forma DJR Office" pitchFamily="34" charset="0"/>
                <a:ea typeface="HP Forma DJR Office" pitchFamily="34" charset="-122"/>
                <a:cs typeface="HP Forma DJR Office" pitchFamily="34" charset="-120"/>
              </a:rPr>
              <a:t>: [Technical Chief &amp; Underwriter]</a:t>
            </a:r>
            <a:endParaRPr lang="en-US" sz="850" dirty="0"/>
          </a:p>
        </p:txBody>
      </p:sp>
      <p:sp>
        <p:nvSpPr>
          <p:cNvPr id="15" name="Text 6">
            <a:extLst>
              <a:ext uri="{FF2B5EF4-FFF2-40B4-BE49-F238E27FC236}">
                <a16:creationId xmlns:a16="http://schemas.microsoft.com/office/drawing/2014/main" id="{50ECDAA6-6BCA-947E-DD76-BD65411ADF23}"/>
              </a:ext>
            </a:extLst>
          </p:cNvPr>
          <p:cNvSpPr/>
          <p:nvPr/>
        </p:nvSpPr>
        <p:spPr>
          <a:xfrm>
            <a:off x="417054" y="2451232"/>
            <a:ext cx="1874862" cy="17718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HP Forma DJR Office Medium" pitchFamily="34" charset="0"/>
                <a:ea typeface="HP Forma DJR Office Medium" pitchFamily="34" charset="-122"/>
                <a:cs typeface="HP Forma DJR Office Medium" pitchFamily="34" charset="-120"/>
              </a:rPr>
              <a:t>Contact Details</a:t>
            </a:r>
            <a:endParaRPr lang="en-US" sz="1100" dirty="0"/>
          </a:p>
        </p:txBody>
      </p:sp>
      <p:sp>
        <p:nvSpPr>
          <p:cNvPr id="16" name="Text 7">
            <a:extLst>
              <a:ext uri="{FF2B5EF4-FFF2-40B4-BE49-F238E27FC236}">
                <a16:creationId xmlns:a16="http://schemas.microsoft.com/office/drawing/2014/main" id="{C7B5E6C3-7DA0-0324-E6C7-8130990AFC8E}"/>
              </a:ext>
            </a:extLst>
          </p:cNvPr>
          <p:cNvSpPr/>
          <p:nvPr/>
        </p:nvSpPr>
        <p:spPr>
          <a:xfrm>
            <a:off x="417054" y="2644899"/>
            <a:ext cx="3873996" cy="1387748"/>
          </a:xfrm>
          <a:prstGeom prst="rect">
            <a:avLst/>
          </a:prstGeom>
          <a:noFill/>
          <a:ln/>
        </p:spPr>
        <p:txBody>
          <a:bodyPr wrap="square" lIns="0" tIns="0" rIns="0" bIns="0" rtlCol="0" anchor="t"/>
          <a:lstStyle/>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Department:</a:t>
            </a:r>
            <a:r>
              <a:rPr lang="en-US" sz="850" dirty="0">
                <a:solidFill>
                  <a:srgbClr val="000000"/>
                </a:solidFill>
                <a:latin typeface="HP Forma DJR Office" pitchFamily="34" charset="0"/>
                <a:ea typeface="HP Forma DJR Office" pitchFamily="34" charset="-122"/>
                <a:cs typeface="HP Forma DJR Office" pitchFamily="34" charset="-120"/>
              </a:rPr>
              <a:t> [Technology]</a:t>
            </a:r>
            <a:endParaRPr lang="en-US" sz="850" dirty="0"/>
          </a:p>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Start date:</a:t>
            </a:r>
            <a:r>
              <a:rPr lang="en-US" sz="850" dirty="0">
                <a:solidFill>
                  <a:srgbClr val="000000"/>
                </a:solidFill>
                <a:latin typeface="HP Forma DJR Office" pitchFamily="34" charset="0"/>
                <a:ea typeface="HP Forma DJR Office" pitchFamily="34" charset="-122"/>
                <a:cs typeface="HP Forma DJR Office" pitchFamily="34" charset="-120"/>
              </a:rPr>
              <a:t> [July 2025]</a:t>
            </a:r>
            <a:endParaRPr lang="en-US" sz="850" dirty="0"/>
          </a:p>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Direct Phone: </a:t>
            </a:r>
            <a:r>
              <a:rPr lang="en-US" sz="850" dirty="0">
                <a:solidFill>
                  <a:srgbClr val="000000"/>
                </a:solidFill>
                <a:latin typeface="HP Forma DJR Office" pitchFamily="34" charset="0"/>
                <a:ea typeface="HP Forma DJR Office" pitchFamily="34" charset="-122"/>
                <a:cs typeface="HP Forma DJR Office" pitchFamily="34" charset="-120"/>
              </a:rPr>
              <a:t>[(800) 387-4518]</a:t>
            </a:r>
            <a:endParaRPr lang="en-US" sz="850" dirty="0"/>
          </a:p>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Mobile Phone: </a:t>
            </a:r>
            <a:r>
              <a:rPr lang="en-US" sz="850" dirty="0">
                <a:solidFill>
                  <a:srgbClr val="000000"/>
                </a:solidFill>
                <a:latin typeface="HP Forma DJR Office" pitchFamily="34" charset="0"/>
                <a:ea typeface="HP Forma DJR Office" pitchFamily="34" charset="-122"/>
                <a:cs typeface="HP Forma DJR Office" pitchFamily="34" charset="-120"/>
              </a:rPr>
              <a:t>[(647) 209-7349]</a:t>
            </a:r>
            <a:endParaRPr lang="en-US" sz="850" dirty="0"/>
          </a:p>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Email:</a:t>
            </a:r>
            <a:r>
              <a:rPr lang="en-US" sz="850" dirty="0">
                <a:solidFill>
                  <a:srgbClr val="000000"/>
                </a:solidFill>
                <a:latin typeface="HP Forma DJR Office" pitchFamily="34" charset="0"/>
                <a:ea typeface="HP Forma DJR Office" pitchFamily="34" charset="-122"/>
                <a:cs typeface="HP Forma DJR Office" pitchFamily="34" charset="-120"/>
              </a:rPr>
              <a:t> [</a:t>
            </a:r>
            <a:r>
              <a:rPr lang="en-US" sz="850" u="sng" dirty="0">
                <a:solidFill>
                  <a:srgbClr val="024AD8"/>
                </a:solidFill>
                <a:latin typeface="HP Forma DJR Office" pitchFamily="34" charset="0"/>
                <a:ea typeface="HP Forma DJR Office" pitchFamily="34" charset="-122"/>
                <a:cs typeface="HP Forma DJR Office" pitchFamily="34" charset="-120"/>
                <a:hlinkClick r:id="rId2">
                  <a:extLst>
                    <a:ext uri="{A12FA001-AC4F-418D-AE19-62706E023703}">
                      <ahyp:hlinkClr xmlns:ahyp="http://schemas.microsoft.com/office/drawing/2018/hyperlinkcolor" val="tx"/>
                    </a:ext>
                  </a:extLst>
                </a:hlinkClick>
              </a:rPr>
              <a:t>lisa_leo@avivacanada.com</a:t>
            </a:r>
            <a:r>
              <a:rPr lang="en-US" sz="850" u="sng" dirty="0">
                <a:solidFill>
                  <a:srgbClr val="024AD8"/>
                </a:solidFill>
                <a:latin typeface="HP Forma DJR Office" pitchFamily="34" charset="0"/>
                <a:ea typeface="HP Forma DJR Office" pitchFamily="34" charset="-122"/>
                <a:cs typeface="HP Forma DJR Office" pitchFamily="34" charset="-120"/>
              </a:rPr>
              <a:t>]</a:t>
            </a:r>
            <a:endParaRPr lang="en-US" sz="850" dirty="0"/>
          </a:p>
          <a:p>
            <a:pPr marL="0" indent="0" algn="l">
              <a:lnSpc>
                <a:spcPct val="150000"/>
              </a:lnSpc>
              <a:buNone/>
            </a:pPr>
            <a:r>
              <a:rPr lang="en-US" sz="850" b="1" dirty="0">
                <a:solidFill>
                  <a:srgbClr val="000000"/>
                </a:solidFill>
                <a:latin typeface="HP Forma DJR Office" pitchFamily="34" charset="0"/>
                <a:ea typeface="HP Forma DJR Office" pitchFamily="34" charset="-122"/>
                <a:cs typeface="HP Forma DJR Office" pitchFamily="34" charset="-120"/>
              </a:rPr>
              <a:t>LinkedIn:</a:t>
            </a:r>
            <a:r>
              <a:rPr lang="en-US" sz="850" dirty="0">
                <a:solidFill>
                  <a:srgbClr val="000000"/>
                </a:solidFill>
                <a:latin typeface="HP Forma DJR Office" pitchFamily="34" charset="0"/>
                <a:ea typeface="HP Forma DJR Office" pitchFamily="34" charset="-122"/>
                <a:cs typeface="HP Forma DJR Office" pitchFamily="34" charset="-120"/>
              </a:rPr>
              <a:t> [</a:t>
            </a:r>
            <a:r>
              <a:rPr lang="en-US" sz="850" u="sng" dirty="0">
                <a:solidFill>
                  <a:srgbClr val="024AD8"/>
                </a:solidFill>
                <a:latin typeface="HP Forma DJR Office" pitchFamily="34" charset="0"/>
                <a:ea typeface="HP Forma DJR Office" pitchFamily="34" charset="-122"/>
                <a:cs typeface="HP Forma DJR Office" pitchFamily="34" charset="-120"/>
                <a:hlinkClick r:id="rId3">
                  <a:extLst>
                    <a:ext uri="{A12FA001-AC4F-418D-AE19-62706E023703}">
                      <ahyp:hlinkClr xmlns:ahyp="http://schemas.microsoft.com/office/drawing/2018/hyperlinkcolor" val="tx"/>
                    </a:ext>
                  </a:extLst>
                </a:hlinkClick>
              </a:rPr>
              <a:t>https://www.linkedin.com/in/lisa-leo/</a:t>
            </a:r>
            <a:r>
              <a:rPr lang="en-US" sz="850" u="sng" dirty="0">
                <a:solidFill>
                  <a:srgbClr val="024AD8"/>
                </a:solidFill>
                <a:latin typeface="HP Forma DJR Office" pitchFamily="34" charset="0"/>
                <a:ea typeface="HP Forma DJR Office" pitchFamily="34" charset="-122"/>
                <a:cs typeface="HP Forma DJR Office" pitchFamily="34" charset="-120"/>
              </a:rPr>
              <a:t>]</a:t>
            </a:r>
            <a:endParaRPr lang="en-US" sz="850" dirty="0"/>
          </a:p>
        </p:txBody>
      </p:sp>
      <p:sp>
        <p:nvSpPr>
          <p:cNvPr id="17" name="Text 8">
            <a:extLst>
              <a:ext uri="{FF2B5EF4-FFF2-40B4-BE49-F238E27FC236}">
                <a16:creationId xmlns:a16="http://schemas.microsoft.com/office/drawing/2014/main" id="{51C3C0B9-5771-1C9F-2E1E-B122509C5DA2}"/>
              </a:ext>
            </a:extLst>
          </p:cNvPr>
          <p:cNvSpPr/>
          <p:nvPr/>
        </p:nvSpPr>
        <p:spPr>
          <a:xfrm>
            <a:off x="417054" y="4123358"/>
            <a:ext cx="2188815" cy="177180"/>
          </a:xfrm>
          <a:prstGeom prst="rect">
            <a:avLst/>
          </a:prstGeom>
          <a:noFill/>
          <a:ln/>
        </p:spPr>
        <p:txBody>
          <a:bodyPr wrap="none" lIns="0" tIns="0" rIns="0" bIns="0" rtlCol="0" anchor="t"/>
          <a:lstStyle/>
          <a:p>
            <a:pPr marL="0" indent="0" algn="l">
              <a:lnSpc>
                <a:spcPct val="104000"/>
              </a:lnSpc>
              <a:buNone/>
            </a:pPr>
            <a:r>
              <a:rPr lang="en-US" sz="1100">
                <a:solidFill>
                  <a:srgbClr val="000000"/>
                </a:solidFill>
                <a:latin typeface="HP Forma DJR Office Medium" pitchFamily="34" charset="0"/>
                <a:ea typeface="HP Forma DJR Office Medium" pitchFamily="34" charset="-122"/>
                <a:cs typeface="HP Forma DJR Office Medium" pitchFamily="34" charset="-120"/>
              </a:rPr>
              <a:t>Communication preference</a:t>
            </a:r>
            <a:endParaRPr lang="en-US" sz="1100"/>
          </a:p>
        </p:txBody>
      </p:sp>
      <p:sp>
        <p:nvSpPr>
          <p:cNvPr id="18" name="Text 9">
            <a:extLst>
              <a:ext uri="{FF2B5EF4-FFF2-40B4-BE49-F238E27FC236}">
                <a16:creationId xmlns:a16="http://schemas.microsoft.com/office/drawing/2014/main" id="{BE707F67-5EE2-E346-7F84-BFDD1EE0D023}"/>
              </a:ext>
            </a:extLst>
          </p:cNvPr>
          <p:cNvSpPr/>
          <p:nvPr/>
        </p:nvSpPr>
        <p:spPr>
          <a:xfrm>
            <a:off x="417054" y="4391248"/>
            <a:ext cx="4331196" cy="163264"/>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HP Forma DJR Office" pitchFamily="34" charset="0"/>
                <a:ea typeface="HP Forma DJR Office" pitchFamily="34" charset="-122"/>
                <a:cs typeface="HP Forma DJR Office" pitchFamily="34" charset="-120"/>
              </a:rPr>
              <a:t>[Phone / Email / </a:t>
            </a:r>
            <a:r>
              <a:rPr lang="en-US" sz="850" dirty="0" err="1">
                <a:solidFill>
                  <a:srgbClr val="000000"/>
                </a:solidFill>
                <a:latin typeface="HP Forma DJR Office" pitchFamily="34" charset="0"/>
                <a:ea typeface="HP Forma DJR Office" pitchFamily="34" charset="-122"/>
                <a:cs typeface="HP Forma DJR Office" pitchFamily="34" charset="-120"/>
              </a:rPr>
              <a:t>LinedIn</a:t>
            </a:r>
            <a:r>
              <a:rPr lang="en-US" sz="850" dirty="0">
                <a:solidFill>
                  <a:srgbClr val="000000"/>
                </a:solidFill>
                <a:latin typeface="HP Forma DJR Office" pitchFamily="34" charset="0"/>
                <a:ea typeface="HP Forma DJR Office" pitchFamily="34" charset="-122"/>
                <a:cs typeface="HP Forma DJR Office" pitchFamily="34" charset="-120"/>
              </a:rPr>
              <a:t>]</a:t>
            </a:r>
            <a:endParaRPr lang="en-US" sz="850" dirty="0"/>
          </a:p>
        </p:txBody>
      </p:sp>
      <p:pic>
        <p:nvPicPr>
          <p:cNvPr id="19" name="Image 1" descr="preencoded.png">
            <a:extLst>
              <a:ext uri="{FF2B5EF4-FFF2-40B4-BE49-F238E27FC236}">
                <a16:creationId xmlns:a16="http://schemas.microsoft.com/office/drawing/2014/main" id="{79BADEEA-C84B-1798-62DB-EFF3079A11AD}"/>
              </a:ext>
            </a:extLst>
          </p:cNvPr>
          <p:cNvPicPr>
            <a:picLocks noChangeAspect="1"/>
          </p:cNvPicPr>
          <p:nvPr/>
        </p:nvPicPr>
        <p:blipFill>
          <a:blip r:embed="rId4"/>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1940600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0EDCE-BDDB-F3CB-19EB-FCF4A59D439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6E131A1-87D7-4EDA-D28B-E9E79C0A269E}"/>
              </a:ext>
            </a:extLst>
          </p:cNvPr>
          <p:cNvPicPr>
            <a:picLocks noChangeAspect="1"/>
          </p:cNvPicPr>
          <p:nvPr/>
        </p:nvPicPr>
        <p:blipFill>
          <a:blip r:embed="rId3"/>
          <a:srcRect b="16216"/>
          <a:stretch>
            <a:fillRect/>
          </a:stretch>
        </p:blipFill>
        <p:spPr>
          <a:xfrm>
            <a:off x="5935980" y="1278240"/>
            <a:ext cx="3208020" cy="3865261"/>
          </a:xfrm>
          <a:prstGeom prst="rect">
            <a:avLst/>
          </a:prstGeom>
        </p:spPr>
      </p:pic>
      <p:sp>
        <p:nvSpPr>
          <p:cNvPr id="2" name="Text 0">
            <a:extLst>
              <a:ext uri="{FF2B5EF4-FFF2-40B4-BE49-F238E27FC236}">
                <a16:creationId xmlns:a16="http://schemas.microsoft.com/office/drawing/2014/main" id="{DF9BF2C2-A586-9710-8E8F-6C7AA3C68F4E}"/>
              </a:ext>
            </a:extLst>
          </p:cNvPr>
          <p:cNvSpPr/>
          <p:nvPr/>
        </p:nvSpPr>
        <p:spPr>
          <a:xfrm>
            <a:off x="496119" y="663773"/>
            <a:ext cx="4046637" cy="332259"/>
          </a:xfrm>
          <a:prstGeom prst="rect">
            <a:avLst/>
          </a:prstGeom>
          <a:noFill/>
          <a:ln/>
        </p:spPr>
        <p:txBody>
          <a:bodyPr wrap="none" lIns="0" tIns="0" rIns="0" bIns="0" rtlCol="0" anchor="t"/>
          <a:lstStyle/>
          <a:p>
            <a:pPr marL="0" indent="0" algn="l">
              <a:lnSpc>
                <a:spcPct val="104000"/>
              </a:lnSpc>
              <a:buNone/>
            </a:pPr>
            <a:r>
              <a:rPr lang="en-US" sz="2050" dirty="0">
                <a:solidFill>
                  <a:srgbClr val="000000"/>
                </a:solidFill>
                <a:latin typeface="HP Forma DJR Office Medium" pitchFamily="34" charset="0"/>
                <a:ea typeface="HP Forma DJR Office Medium" pitchFamily="34" charset="-122"/>
                <a:cs typeface="HP Forma DJR Office Medium" pitchFamily="34" charset="-120"/>
              </a:rPr>
              <a:t>Recommended Sales Program</a:t>
            </a:r>
            <a:endParaRPr lang="en-US" sz="2050" dirty="0"/>
          </a:p>
        </p:txBody>
      </p:sp>
      <p:sp>
        <p:nvSpPr>
          <p:cNvPr id="3" name="Text 1">
            <a:extLst>
              <a:ext uri="{FF2B5EF4-FFF2-40B4-BE49-F238E27FC236}">
                <a16:creationId xmlns:a16="http://schemas.microsoft.com/office/drawing/2014/main" id="{7A21DAE5-D9F6-79CD-D562-1168DBDE51C5}"/>
              </a:ext>
            </a:extLst>
          </p:cNvPr>
          <p:cNvSpPr/>
          <p:nvPr/>
        </p:nvSpPr>
        <p:spPr>
          <a:xfrm>
            <a:off x="496119" y="1027881"/>
            <a:ext cx="2029420" cy="166092"/>
          </a:xfrm>
          <a:prstGeom prst="rect">
            <a:avLst/>
          </a:prstGeom>
          <a:noFill/>
          <a:ln/>
        </p:spPr>
        <p:txBody>
          <a:bodyPr wrap="none" lIns="0" tIns="0" rIns="0" bIns="0" rtlCol="0" anchor="t"/>
          <a:lstStyle/>
          <a:p>
            <a:pPr marL="0" indent="0" algn="l">
              <a:lnSpc>
                <a:spcPct val="104000"/>
              </a:lnSpc>
              <a:buNone/>
            </a:pPr>
            <a:r>
              <a:rPr lang="en-US" sz="1000">
                <a:solidFill>
                  <a:srgbClr val="000000"/>
                </a:solidFill>
                <a:latin typeface="HP Forma DJR Office Medium" pitchFamily="34" charset="0"/>
                <a:ea typeface="HP Forma DJR Office Medium" pitchFamily="34" charset="-122"/>
                <a:cs typeface="HP Forma DJR Office Medium" pitchFamily="34" charset="-120"/>
              </a:rPr>
              <a:t>Recommended Next Steps</a:t>
            </a:r>
            <a:endParaRPr lang="en-US" sz="1000"/>
          </a:p>
        </p:txBody>
      </p:sp>
      <p:sp>
        <p:nvSpPr>
          <p:cNvPr id="4" name="Shape 2">
            <a:extLst>
              <a:ext uri="{FF2B5EF4-FFF2-40B4-BE49-F238E27FC236}">
                <a16:creationId xmlns:a16="http://schemas.microsoft.com/office/drawing/2014/main" id="{870F3CF2-23EE-B9BD-A489-2770DD9F9CDA}"/>
              </a:ext>
            </a:extLst>
          </p:cNvPr>
          <p:cNvSpPr/>
          <p:nvPr/>
        </p:nvSpPr>
        <p:spPr>
          <a:xfrm>
            <a:off x="496119" y="1313557"/>
            <a:ext cx="4035996" cy="920651"/>
          </a:xfrm>
          <a:prstGeom prst="roundRect">
            <a:avLst>
              <a:gd name="adj" fmla="val 1732"/>
            </a:avLst>
          </a:prstGeom>
          <a:noFill/>
          <a:ln w="12700">
            <a:solidFill>
              <a:srgbClr val="024AD8"/>
            </a:solidFill>
          </a:ln>
        </p:spPr>
        <p:txBody>
          <a:bodyPr/>
          <a:lstStyle/>
          <a:p>
            <a:endParaRPr lang="en-CA"/>
          </a:p>
        </p:txBody>
      </p:sp>
      <p:sp>
        <p:nvSpPr>
          <p:cNvPr id="5" name="Text 3">
            <a:extLst>
              <a:ext uri="{FF2B5EF4-FFF2-40B4-BE49-F238E27FC236}">
                <a16:creationId xmlns:a16="http://schemas.microsoft.com/office/drawing/2014/main" id="{3CBB9CC8-2B46-E4B5-4000-6A2F532EB9A7}"/>
              </a:ext>
            </a:extLst>
          </p:cNvPr>
          <p:cNvSpPr/>
          <p:nvPr/>
        </p:nvSpPr>
        <p:spPr>
          <a:xfrm>
            <a:off x="602382" y="1419820"/>
            <a:ext cx="2010370" cy="166092"/>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HP Forma DJR Office Medium" pitchFamily="34" charset="0"/>
                <a:ea typeface="HP Forma DJR Office Medium" pitchFamily="34" charset="-122"/>
                <a:cs typeface="HP Forma DJR Office Medium" pitchFamily="34" charset="-120"/>
              </a:rPr>
              <a:t>1. [Build awareness and credibility]</a:t>
            </a:r>
            <a:endParaRPr lang="en-US" sz="1000" dirty="0"/>
          </a:p>
        </p:txBody>
      </p:sp>
      <p:sp>
        <p:nvSpPr>
          <p:cNvPr id="6" name="Text 4">
            <a:extLst>
              <a:ext uri="{FF2B5EF4-FFF2-40B4-BE49-F238E27FC236}">
                <a16:creationId xmlns:a16="http://schemas.microsoft.com/office/drawing/2014/main" id="{095ACAE6-22F3-18D4-E4E4-1446F0DA870A}"/>
              </a:ext>
            </a:extLst>
          </p:cNvPr>
          <p:cNvSpPr/>
          <p:nvPr/>
        </p:nvSpPr>
        <p:spPr>
          <a:xfrm>
            <a:off x="602382" y="1633686"/>
            <a:ext cx="3823469" cy="494258"/>
          </a:xfrm>
          <a:prstGeom prst="rect">
            <a:avLst/>
          </a:prstGeom>
          <a:noFill/>
          <a:ln/>
        </p:spPr>
        <p:txBody>
          <a:bodyPr wrap="square" lIns="0" tIns="0" rIns="0" bIns="0" rtlCol="0" anchor="t"/>
          <a:lstStyle/>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Marketing collateral: [</a:t>
            </a:r>
            <a:r>
              <a:rPr lang="en-US" sz="750" u="sng" dirty="0">
                <a:solidFill>
                  <a:srgbClr val="024AD8"/>
                </a:solidFill>
                <a:latin typeface="HP Forma DJR Office" pitchFamily="34" charset="0"/>
                <a:ea typeface="HP Forma DJR Office" pitchFamily="34" charset="-122"/>
                <a:cs typeface="HP Forma DJR Office" pitchFamily="34" charset="-120"/>
                <a:hlinkClick r:id="rId4">
                  <a:extLst>
                    <a:ext uri="{A12FA001-AC4F-418D-AE19-62706E023703}">
                      <ahyp:hlinkClr xmlns:ahyp="http://schemas.microsoft.com/office/drawing/2018/hyperlinkcolor" val="tx"/>
                    </a:ext>
                  </a:extLst>
                </a:hlinkClick>
              </a:rPr>
              <a:t>Future-proof your IT for anywhere work</a:t>
            </a:r>
            <a:r>
              <a:rPr lang="en-US" sz="750" u="sng" dirty="0">
                <a:solidFill>
                  <a:srgbClr val="024AD8"/>
                </a:solidFill>
                <a:latin typeface="HP Forma DJR Office" pitchFamily="34" charset="0"/>
                <a:ea typeface="HP Forma DJR Office" pitchFamily="34" charset="-122"/>
                <a:cs typeface="HP Forma DJR Office" pitchFamily="34" charset="-120"/>
              </a:rPr>
              <a:t>]</a:t>
            </a:r>
          </a:p>
          <a:p>
            <a:pPr marL="0" indent="0" algn="l">
              <a:lnSpc>
                <a:spcPct val="117000"/>
              </a:lnSpc>
              <a:buNone/>
            </a:pPr>
            <a:endParaRPr lang="en-US" sz="750" u="sng" dirty="0">
              <a:solidFill>
                <a:srgbClr val="024AD8"/>
              </a:solidFill>
              <a:latin typeface="HP Forma DJR Office" pitchFamily="34" charset="0"/>
              <a:ea typeface="HP Forma DJR Office" pitchFamily="34" charset="-122"/>
              <a:cs typeface="HP Forma DJR Office" pitchFamily="34" charset="-120"/>
            </a:endParaRPr>
          </a:p>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Why: </a:t>
            </a:r>
            <a:r>
              <a:rPr lang="en-US" sz="750" dirty="0">
                <a:solidFill>
                  <a:srgbClr val="000000"/>
                </a:solidFill>
                <a:latin typeface="HP Forma DJR Office" pitchFamily="34" charset="0"/>
                <a:ea typeface="HP Forma DJR Office" pitchFamily="34" charset="-122"/>
                <a:cs typeface="HP Forma DJR Office" pitchFamily="34" charset="-120"/>
              </a:rPr>
              <a:t>[Introduce emerging trends and thought leadership to build awareness and credibility with Aviva Canada stakeholders.]</a:t>
            </a:r>
            <a:endParaRPr lang="en-US" sz="750" dirty="0"/>
          </a:p>
        </p:txBody>
      </p:sp>
      <p:sp>
        <p:nvSpPr>
          <p:cNvPr id="7" name="Shape 5">
            <a:extLst>
              <a:ext uri="{FF2B5EF4-FFF2-40B4-BE49-F238E27FC236}">
                <a16:creationId xmlns:a16="http://schemas.microsoft.com/office/drawing/2014/main" id="{21FCA9A7-97C5-B749-E02C-CDA2E96F4450}"/>
              </a:ext>
            </a:extLst>
          </p:cNvPr>
          <p:cNvSpPr/>
          <p:nvPr/>
        </p:nvSpPr>
        <p:spPr>
          <a:xfrm>
            <a:off x="4611812" y="1313557"/>
            <a:ext cx="4036070" cy="920651"/>
          </a:xfrm>
          <a:prstGeom prst="roundRect">
            <a:avLst>
              <a:gd name="adj" fmla="val 1732"/>
            </a:avLst>
          </a:prstGeom>
          <a:noFill/>
          <a:ln w="12700">
            <a:solidFill>
              <a:srgbClr val="024AD8"/>
            </a:solidFill>
          </a:ln>
        </p:spPr>
        <p:txBody>
          <a:bodyPr/>
          <a:lstStyle/>
          <a:p>
            <a:endParaRPr lang="en-CA"/>
          </a:p>
        </p:txBody>
      </p:sp>
      <p:sp>
        <p:nvSpPr>
          <p:cNvPr id="9" name="Text 6">
            <a:extLst>
              <a:ext uri="{FF2B5EF4-FFF2-40B4-BE49-F238E27FC236}">
                <a16:creationId xmlns:a16="http://schemas.microsoft.com/office/drawing/2014/main" id="{784C71A5-75B1-0A75-EBE8-95B25FA1CDAD}"/>
              </a:ext>
            </a:extLst>
          </p:cNvPr>
          <p:cNvSpPr/>
          <p:nvPr/>
        </p:nvSpPr>
        <p:spPr>
          <a:xfrm>
            <a:off x="4718075" y="1419820"/>
            <a:ext cx="1783705" cy="166092"/>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HP Forma DJR Office Medium" pitchFamily="34" charset="0"/>
                <a:ea typeface="HP Forma DJR Office Medium" pitchFamily="34" charset="-122"/>
                <a:cs typeface="HP Forma DJR Office Medium" pitchFamily="34" charset="-120"/>
              </a:rPr>
              <a:t>2. [Frame business challenges]</a:t>
            </a:r>
            <a:endParaRPr lang="en-US" sz="1000" dirty="0"/>
          </a:p>
        </p:txBody>
      </p:sp>
      <p:sp>
        <p:nvSpPr>
          <p:cNvPr id="10" name="Text 7">
            <a:extLst>
              <a:ext uri="{FF2B5EF4-FFF2-40B4-BE49-F238E27FC236}">
                <a16:creationId xmlns:a16="http://schemas.microsoft.com/office/drawing/2014/main" id="{85D11040-56BF-F43B-22BA-40DA926ED1A1}"/>
              </a:ext>
            </a:extLst>
          </p:cNvPr>
          <p:cNvSpPr/>
          <p:nvPr/>
        </p:nvSpPr>
        <p:spPr>
          <a:xfrm>
            <a:off x="4718075" y="1633686"/>
            <a:ext cx="3823543" cy="494258"/>
          </a:xfrm>
          <a:prstGeom prst="rect">
            <a:avLst/>
          </a:prstGeom>
          <a:noFill/>
          <a:ln/>
        </p:spPr>
        <p:txBody>
          <a:bodyPr wrap="square" lIns="0" tIns="0" rIns="0" bIns="0" rtlCol="0" anchor="t"/>
          <a:lstStyle/>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Marketing collateral: [</a:t>
            </a:r>
            <a:r>
              <a:rPr lang="en-US" sz="750" u="sng" dirty="0">
                <a:solidFill>
                  <a:srgbClr val="024AD8"/>
                </a:solidFill>
                <a:latin typeface="HP Forma DJR Office" pitchFamily="34" charset="0"/>
                <a:ea typeface="HP Forma DJR Office" pitchFamily="34" charset="-122"/>
                <a:cs typeface="HP Forma DJR Office" pitchFamily="34" charset="-120"/>
                <a:hlinkClick r:id="rId5">
                  <a:extLst>
                    <a:ext uri="{A12FA001-AC4F-418D-AE19-62706E023703}">
                      <ahyp:hlinkClr xmlns:ahyp="http://schemas.microsoft.com/office/drawing/2018/hyperlinkcolor" val="tx"/>
                    </a:ext>
                  </a:extLst>
                </a:hlinkClick>
              </a:rPr>
              <a:t>HP Workforce Experience Platform: Windows 11 Readiness</a:t>
            </a:r>
            <a:r>
              <a:rPr lang="en-US" sz="750" u="sng" dirty="0">
                <a:solidFill>
                  <a:srgbClr val="024AD8"/>
                </a:solidFill>
                <a:latin typeface="HP Forma DJR Office" pitchFamily="34" charset="0"/>
                <a:ea typeface="HP Forma DJR Office" pitchFamily="34" charset="-122"/>
                <a:cs typeface="HP Forma DJR Office" pitchFamily="34" charset="-120"/>
              </a:rPr>
              <a:t>]</a:t>
            </a:r>
          </a:p>
          <a:p>
            <a:pPr marL="0" indent="0" algn="l">
              <a:lnSpc>
                <a:spcPct val="117000"/>
              </a:lnSpc>
              <a:buNone/>
            </a:pPr>
            <a:endParaRPr lang="en-US" sz="750" dirty="0">
              <a:solidFill>
                <a:srgbClr val="024AD8"/>
              </a:solidFill>
            </a:endParaRPr>
          </a:p>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Why: </a:t>
            </a:r>
            <a:r>
              <a:rPr lang="en-US" sz="750" dirty="0">
                <a:solidFill>
                  <a:srgbClr val="000000"/>
                </a:solidFill>
                <a:latin typeface="HP Forma DJR Office" pitchFamily="34" charset="0"/>
                <a:ea typeface="HP Forma DJR Office" pitchFamily="34" charset="-122"/>
                <a:cs typeface="HP Forma DJR Office" pitchFamily="34" charset="-120"/>
              </a:rPr>
              <a:t>[Highlight business challenges and frame HP's solutions as ways to address Aviva Canada's cybersecurity, operational, and device management needs.]</a:t>
            </a:r>
            <a:endParaRPr lang="en-US" sz="750" dirty="0"/>
          </a:p>
        </p:txBody>
      </p:sp>
      <p:sp>
        <p:nvSpPr>
          <p:cNvPr id="11" name="Shape 8">
            <a:extLst>
              <a:ext uri="{FF2B5EF4-FFF2-40B4-BE49-F238E27FC236}">
                <a16:creationId xmlns:a16="http://schemas.microsoft.com/office/drawing/2014/main" id="{9BAE73E7-F246-F9D7-754D-933EA24EEBBA}"/>
              </a:ext>
            </a:extLst>
          </p:cNvPr>
          <p:cNvSpPr/>
          <p:nvPr/>
        </p:nvSpPr>
        <p:spPr>
          <a:xfrm>
            <a:off x="496119" y="2313905"/>
            <a:ext cx="4035996" cy="1069479"/>
          </a:xfrm>
          <a:prstGeom prst="roundRect">
            <a:avLst>
              <a:gd name="adj" fmla="val 1491"/>
            </a:avLst>
          </a:prstGeom>
          <a:noFill/>
          <a:ln w="12700">
            <a:solidFill>
              <a:srgbClr val="024AD8"/>
            </a:solidFill>
          </a:ln>
        </p:spPr>
        <p:txBody>
          <a:bodyPr/>
          <a:lstStyle/>
          <a:p>
            <a:endParaRPr lang="en-CA"/>
          </a:p>
        </p:txBody>
      </p:sp>
      <p:sp>
        <p:nvSpPr>
          <p:cNvPr id="12" name="Text 9">
            <a:extLst>
              <a:ext uri="{FF2B5EF4-FFF2-40B4-BE49-F238E27FC236}">
                <a16:creationId xmlns:a16="http://schemas.microsoft.com/office/drawing/2014/main" id="{C4B03F0F-D97E-C60A-8325-3D1F944CF57F}"/>
              </a:ext>
            </a:extLst>
          </p:cNvPr>
          <p:cNvSpPr/>
          <p:nvPr/>
        </p:nvSpPr>
        <p:spPr>
          <a:xfrm>
            <a:off x="602382" y="2420169"/>
            <a:ext cx="2009180" cy="166092"/>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HP Forma DJR Office Medium" pitchFamily="34" charset="0"/>
                <a:ea typeface="HP Forma DJR Office Medium" pitchFamily="34" charset="-122"/>
                <a:cs typeface="HP Forma DJR Office Medium" pitchFamily="34" charset="-120"/>
              </a:rPr>
              <a:t>3. [Demonstrate proven outcomes]</a:t>
            </a:r>
            <a:endParaRPr lang="en-US" sz="1000" dirty="0"/>
          </a:p>
        </p:txBody>
      </p:sp>
      <p:sp>
        <p:nvSpPr>
          <p:cNvPr id="13" name="Text 10">
            <a:extLst>
              <a:ext uri="{FF2B5EF4-FFF2-40B4-BE49-F238E27FC236}">
                <a16:creationId xmlns:a16="http://schemas.microsoft.com/office/drawing/2014/main" id="{DCF51231-E965-2A9A-F415-F2B8734B9AC8}"/>
              </a:ext>
            </a:extLst>
          </p:cNvPr>
          <p:cNvSpPr/>
          <p:nvPr/>
        </p:nvSpPr>
        <p:spPr>
          <a:xfrm>
            <a:off x="602382" y="2634035"/>
            <a:ext cx="3823469" cy="494258"/>
          </a:xfrm>
          <a:prstGeom prst="rect">
            <a:avLst/>
          </a:prstGeom>
          <a:noFill/>
          <a:ln/>
        </p:spPr>
        <p:txBody>
          <a:bodyPr wrap="square" lIns="0" tIns="0" rIns="0" bIns="0" rtlCol="0" anchor="t"/>
          <a:lstStyle/>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Marketing collateral: [</a:t>
            </a:r>
            <a:r>
              <a:rPr lang="en-US" sz="750" u="sng" dirty="0">
                <a:solidFill>
                  <a:srgbClr val="024AD8"/>
                </a:solidFill>
                <a:latin typeface="HP Forma DJR Office" pitchFamily="34" charset="0"/>
                <a:ea typeface="HP Forma DJR Office" pitchFamily="34" charset="-122"/>
                <a:cs typeface="HP Forma DJR Office" pitchFamily="34" charset="-120"/>
                <a:hlinkClick r:id="rId6">
                  <a:extLst>
                    <a:ext uri="{A12FA001-AC4F-418D-AE19-62706E023703}">
                      <ahyp:hlinkClr xmlns:ahyp="http://schemas.microsoft.com/office/drawing/2018/hyperlinkcolor" val="tx"/>
                    </a:ext>
                  </a:extLst>
                </a:hlinkClick>
              </a:rPr>
              <a:t>High-performance power from anywhere</a:t>
            </a:r>
            <a:r>
              <a:rPr lang="en-US" sz="750" u="sng" dirty="0">
                <a:solidFill>
                  <a:srgbClr val="024AD8"/>
                </a:solidFill>
                <a:latin typeface="HP Forma DJR Office" pitchFamily="34" charset="0"/>
                <a:ea typeface="HP Forma DJR Office" pitchFamily="34" charset="-122"/>
                <a:cs typeface="HP Forma DJR Office" pitchFamily="34" charset="-120"/>
              </a:rPr>
              <a:t>]</a:t>
            </a:r>
          </a:p>
          <a:p>
            <a:pPr marL="0" indent="0" algn="l">
              <a:lnSpc>
                <a:spcPct val="117000"/>
              </a:lnSpc>
              <a:buNone/>
            </a:pPr>
            <a:endParaRPr lang="en-US" sz="750" u="sng" dirty="0">
              <a:solidFill>
                <a:srgbClr val="024AD8"/>
              </a:solidFill>
              <a:latin typeface="HP Forma DJR Office" pitchFamily="34" charset="0"/>
              <a:ea typeface="HP Forma DJR Office" pitchFamily="34" charset="-122"/>
              <a:cs typeface="HP Forma DJR Office" pitchFamily="34" charset="-120"/>
            </a:endParaRPr>
          </a:p>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Why: </a:t>
            </a:r>
            <a:r>
              <a:rPr lang="en-US" sz="750" dirty="0">
                <a:solidFill>
                  <a:srgbClr val="000000"/>
                </a:solidFill>
                <a:latin typeface="HP Forma DJR Office" pitchFamily="34" charset="0"/>
                <a:ea typeface="HP Forma DJR Office" pitchFamily="34" charset="-122"/>
                <a:cs typeface="HP Forma DJR Office" pitchFamily="34" charset="-120"/>
              </a:rPr>
              <a:t>[Reinforce proof points with case studies and demonstrate integration value relevant to insurance sector operations.]</a:t>
            </a:r>
            <a:endParaRPr lang="en-US" sz="750" dirty="0"/>
          </a:p>
        </p:txBody>
      </p:sp>
      <p:sp>
        <p:nvSpPr>
          <p:cNvPr id="14" name="Shape 11">
            <a:extLst>
              <a:ext uri="{FF2B5EF4-FFF2-40B4-BE49-F238E27FC236}">
                <a16:creationId xmlns:a16="http://schemas.microsoft.com/office/drawing/2014/main" id="{C8C1A259-3864-2CD7-364D-BE7589E4A55D}"/>
              </a:ext>
            </a:extLst>
          </p:cNvPr>
          <p:cNvSpPr/>
          <p:nvPr/>
        </p:nvSpPr>
        <p:spPr>
          <a:xfrm>
            <a:off x="4611812" y="2313905"/>
            <a:ext cx="4036070" cy="1069479"/>
          </a:xfrm>
          <a:prstGeom prst="roundRect">
            <a:avLst>
              <a:gd name="adj" fmla="val 1491"/>
            </a:avLst>
          </a:prstGeom>
          <a:solidFill>
            <a:schemeClr val="bg1"/>
          </a:solidFill>
          <a:ln w="12700">
            <a:solidFill>
              <a:srgbClr val="024AD8"/>
            </a:solidFill>
          </a:ln>
        </p:spPr>
        <p:txBody>
          <a:bodyPr/>
          <a:lstStyle/>
          <a:p>
            <a:endParaRPr lang="en-CA"/>
          </a:p>
        </p:txBody>
      </p:sp>
      <p:sp>
        <p:nvSpPr>
          <p:cNvPr id="15" name="Text 12">
            <a:extLst>
              <a:ext uri="{FF2B5EF4-FFF2-40B4-BE49-F238E27FC236}">
                <a16:creationId xmlns:a16="http://schemas.microsoft.com/office/drawing/2014/main" id="{F81228FC-1CFE-41C2-103B-3B3C544C8C1C}"/>
              </a:ext>
            </a:extLst>
          </p:cNvPr>
          <p:cNvSpPr/>
          <p:nvPr/>
        </p:nvSpPr>
        <p:spPr>
          <a:xfrm>
            <a:off x="4718075" y="2420169"/>
            <a:ext cx="1565002" cy="166092"/>
          </a:xfrm>
          <a:prstGeom prst="rect">
            <a:avLst/>
          </a:prstGeom>
          <a:noFill/>
          <a:ln/>
        </p:spPr>
        <p:txBody>
          <a:bodyPr wrap="none" lIns="0" tIns="0" rIns="0" bIns="0" rtlCol="0" anchor="t"/>
          <a:lstStyle/>
          <a:p>
            <a:pPr marL="0" indent="0" algn="l">
              <a:lnSpc>
                <a:spcPct val="104000"/>
              </a:lnSpc>
              <a:buNone/>
            </a:pPr>
            <a:r>
              <a:rPr lang="en-US" sz="1000" b="1">
                <a:solidFill>
                  <a:srgbClr val="000000"/>
                </a:solidFill>
                <a:latin typeface="HP Forma DJR Office Medium" pitchFamily="34" charset="0"/>
                <a:ea typeface="HP Forma DJR Office Medium" pitchFamily="34" charset="-122"/>
                <a:cs typeface="HP Forma DJR Office Medium" pitchFamily="34" charset="-120"/>
              </a:rPr>
              <a:t>4. Enable decision-making</a:t>
            </a:r>
            <a:endParaRPr lang="en-US" sz="1000"/>
          </a:p>
        </p:txBody>
      </p:sp>
      <p:sp>
        <p:nvSpPr>
          <p:cNvPr id="16" name="Text 13">
            <a:extLst>
              <a:ext uri="{FF2B5EF4-FFF2-40B4-BE49-F238E27FC236}">
                <a16:creationId xmlns:a16="http://schemas.microsoft.com/office/drawing/2014/main" id="{36F9CB0A-ECC2-B62A-324C-81CDA30B7F06}"/>
              </a:ext>
            </a:extLst>
          </p:cNvPr>
          <p:cNvSpPr/>
          <p:nvPr/>
        </p:nvSpPr>
        <p:spPr>
          <a:xfrm>
            <a:off x="4718075" y="2634035"/>
            <a:ext cx="3823543" cy="643086"/>
          </a:xfrm>
          <a:prstGeom prst="rect">
            <a:avLst/>
          </a:prstGeom>
          <a:noFill/>
          <a:ln/>
        </p:spPr>
        <p:txBody>
          <a:bodyPr wrap="square" lIns="0" tIns="0" rIns="0" bIns="0" rtlCol="0" anchor="t">
            <a:normAutofit/>
          </a:bodyPr>
          <a:lstStyle/>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Marketing collateral: [</a:t>
            </a:r>
            <a:r>
              <a:rPr lang="en-GB" sz="750" dirty="0">
                <a:solidFill>
                  <a:srgbClr val="024AD8"/>
                </a:solidFill>
                <a:latin typeface="HP Forma DJR Office" pitchFamily="34" charset="0"/>
                <a:ea typeface="HP Forma DJR Office" pitchFamily="34" charset="-122"/>
                <a:cs typeface="HP Forma DJR Office" pitchFamily="34" charset="-120"/>
                <a:hlinkClick r:id="rId7">
                  <a:extLst>
                    <a:ext uri="{A12FA001-AC4F-418D-AE19-62706E023703}">
                      <ahyp:hlinkClr xmlns:ahyp="http://schemas.microsoft.com/office/drawing/2018/hyperlinkcolor" val="tx"/>
                    </a:ext>
                  </a:extLst>
                </a:hlinkClick>
              </a:rPr>
              <a:t>Maximize productivity with AI workstation laptops</a:t>
            </a:r>
            <a:r>
              <a:rPr lang="en-GB" sz="750" dirty="0">
                <a:solidFill>
                  <a:srgbClr val="024AD8"/>
                </a:solidFill>
                <a:latin typeface="HP Forma DJR Office" pitchFamily="34" charset="0"/>
                <a:ea typeface="HP Forma DJR Office" pitchFamily="34" charset="-122"/>
                <a:cs typeface="HP Forma DJR Office" pitchFamily="34" charset="-120"/>
              </a:rPr>
              <a:t>]</a:t>
            </a:r>
          </a:p>
          <a:p>
            <a:pPr marL="0" indent="0" algn="l">
              <a:lnSpc>
                <a:spcPct val="117000"/>
              </a:lnSpc>
              <a:buNone/>
            </a:pPr>
            <a:endParaRPr lang="en-US" sz="750" dirty="0">
              <a:solidFill>
                <a:srgbClr val="000000"/>
              </a:solidFill>
              <a:latin typeface="HP Forma DJR Office" pitchFamily="34" charset="0"/>
              <a:ea typeface="HP Forma DJR Office" pitchFamily="34" charset="-122"/>
              <a:cs typeface="HP Forma DJR Office" pitchFamily="34" charset="-120"/>
            </a:endParaRPr>
          </a:p>
          <a:p>
            <a:pPr marL="0" indent="0" algn="l">
              <a:lnSpc>
                <a:spcPct val="117000"/>
              </a:lnSpc>
              <a:buNone/>
            </a:pPr>
            <a:r>
              <a:rPr lang="en-US" sz="750" b="1" dirty="0">
                <a:solidFill>
                  <a:srgbClr val="000000"/>
                </a:solidFill>
                <a:latin typeface="HP Forma DJR Office" pitchFamily="34" charset="0"/>
                <a:ea typeface="HP Forma DJR Office" pitchFamily="34" charset="-122"/>
                <a:cs typeface="HP Forma DJR Office" pitchFamily="34" charset="-120"/>
              </a:rPr>
              <a:t>Why: </a:t>
            </a:r>
            <a:r>
              <a:rPr lang="en-US" sz="750" dirty="0">
                <a:solidFill>
                  <a:srgbClr val="000000"/>
                </a:solidFill>
                <a:latin typeface="HP Forma DJR Office" pitchFamily="34" charset="0"/>
                <a:ea typeface="HP Forma DJR Office" pitchFamily="34" charset="-122"/>
                <a:cs typeface="HP Forma DJR Office" pitchFamily="34" charset="-120"/>
              </a:rPr>
              <a:t>[Emphasize ROI, deployment support, and the ease of scaling with HP solutions to make the path to scaling and deployment tangible for Aviva Canada.]</a:t>
            </a:r>
            <a:endParaRPr lang="en-US" sz="750" dirty="0"/>
          </a:p>
        </p:txBody>
      </p:sp>
      <p:sp>
        <p:nvSpPr>
          <p:cNvPr id="17" name="Text 14">
            <a:extLst>
              <a:ext uri="{FF2B5EF4-FFF2-40B4-BE49-F238E27FC236}">
                <a16:creationId xmlns:a16="http://schemas.microsoft.com/office/drawing/2014/main" id="{90214630-E367-EE68-7296-C1FC2B55A0DD}"/>
              </a:ext>
            </a:extLst>
          </p:cNvPr>
          <p:cNvSpPr/>
          <p:nvPr/>
        </p:nvSpPr>
        <p:spPr>
          <a:xfrm>
            <a:off x="496119" y="3502968"/>
            <a:ext cx="1786235" cy="16609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Supporting assets:</a:t>
            </a:r>
            <a:endParaRPr lang="en-US" sz="1000" dirty="0"/>
          </a:p>
        </p:txBody>
      </p:sp>
      <p:pic>
        <p:nvPicPr>
          <p:cNvPr id="18" name="Image 0" descr="preencoded.png">
            <a:extLst>
              <a:ext uri="{FF2B5EF4-FFF2-40B4-BE49-F238E27FC236}">
                <a16:creationId xmlns:a16="http://schemas.microsoft.com/office/drawing/2014/main" id="{02A88517-9C2D-D025-E75E-26D5E1FADA24}"/>
              </a:ext>
            </a:extLst>
          </p:cNvPr>
          <p:cNvPicPr>
            <a:picLocks noChangeAspect="1"/>
          </p:cNvPicPr>
          <p:nvPr/>
        </p:nvPicPr>
        <p:blipFill>
          <a:blip r:embed="rId8"/>
          <a:stretch>
            <a:fillRect/>
          </a:stretch>
        </p:blipFill>
        <p:spPr>
          <a:xfrm>
            <a:off x="496119" y="3962819"/>
            <a:ext cx="425276" cy="425276"/>
          </a:xfrm>
          <a:prstGeom prst="rect">
            <a:avLst/>
          </a:prstGeom>
        </p:spPr>
      </p:pic>
      <p:sp>
        <p:nvSpPr>
          <p:cNvPr id="19" name="Text 15">
            <a:extLst>
              <a:ext uri="{FF2B5EF4-FFF2-40B4-BE49-F238E27FC236}">
                <a16:creationId xmlns:a16="http://schemas.microsoft.com/office/drawing/2014/main" id="{0BD59B8B-D613-A0B1-C60A-1611F4EB9732}"/>
              </a:ext>
            </a:extLst>
          </p:cNvPr>
          <p:cNvSpPr/>
          <p:nvPr/>
        </p:nvSpPr>
        <p:spPr>
          <a:xfrm>
            <a:off x="552441" y="4487736"/>
            <a:ext cx="312633" cy="16609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Email</a:t>
            </a:r>
            <a:endParaRPr lang="en-US" sz="1000" dirty="0"/>
          </a:p>
        </p:txBody>
      </p:sp>
      <p:pic>
        <p:nvPicPr>
          <p:cNvPr id="20" name="Image 1" descr="preencoded.png">
            <a:extLst>
              <a:ext uri="{FF2B5EF4-FFF2-40B4-BE49-F238E27FC236}">
                <a16:creationId xmlns:a16="http://schemas.microsoft.com/office/drawing/2014/main" id="{5BE7FDB8-93C3-A0DB-4E7E-FCAFC6E4B4CA}"/>
              </a:ext>
            </a:extLst>
          </p:cNvPr>
          <p:cNvPicPr>
            <a:picLocks noChangeAspect="1"/>
          </p:cNvPicPr>
          <p:nvPr/>
        </p:nvPicPr>
        <p:blipFill>
          <a:blip r:embed="rId9"/>
          <a:stretch>
            <a:fillRect/>
          </a:stretch>
        </p:blipFill>
        <p:spPr>
          <a:xfrm>
            <a:off x="2072921" y="3981899"/>
            <a:ext cx="425276" cy="425276"/>
          </a:xfrm>
          <a:prstGeom prst="rect">
            <a:avLst/>
          </a:prstGeom>
        </p:spPr>
      </p:pic>
      <p:sp>
        <p:nvSpPr>
          <p:cNvPr id="21" name="Text 16">
            <a:extLst>
              <a:ext uri="{FF2B5EF4-FFF2-40B4-BE49-F238E27FC236}">
                <a16:creationId xmlns:a16="http://schemas.microsoft.com/office/drawing/2014/main" id="{DDD71004-87F2-E92D-4332-BB8E6867AF8E}"/>
              </a:ext>
            </a:extLst>
          </p:cNvPr>
          <p:cNvSpPr/>
          <p:nvPr/>
        </p:nvSpPr>
        <p:spPr>
          <a:xfrm>
            <a:off x="2045580" y="4506816"/>
            <a:ext cx="479959" cy="16609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LinkedIn</a:t>
            </a:r>
            <a:endParaRPr lang="en-US" sz="1000" dirty="0"/>
          </a:p>
        </p:txBody>
      </p:sp>
      <p:pic>
        <p:nvPicPr>
          <p:cNvPr id="22" name="Image 2" descr="preencoded.png">
            <a:extLst>
              <a:ext uri="{FF2B5EF4-FFF2-40B4-BE49-F238E27FC236}">
                <a16:creationId xmlns:a16="http://schemas.microsoft.com/office/drawing/2014/main" id="{46C6752D-C655-9D17-C495-67023EEEF936}"/>
              </a:ext>
            </a:extLst>
          </p:cNvPr>
          <p:cNvPicPr>
            <a:picLocks noChangeAspect="1"/>
          </p:cNvPicPr>
          <p:nvPr/>
        </p:nvPicPr>
        <p:blipFill>
          <a:blip r:embed="rId10"/>
          <a:stretch>
            <a:fillRect/>
          </a:stretch>
        </p:blipFill>
        <p:spPr>
          <a:xfrm>
            <a:off x="3756382" y="3980560"/>
            <a:ext cx="425276" cy="425276"/>
          </a:xfrm>
          <a:prstGeom prst="rect">
            <a:avLst/>
          </a:prstGeom>
        </p:spPr>
      </p:pic>
      <p:sp>
        <p:nvSpPr>
          <p:cNvPr id="23" name="Text 17">
            <a:extLst>
              <a:ext uri="{FF2B5EF4-FFF2-40B4-BE49-F238E27FC236}">
                <a16:creationId xmlns:a16="http://schemas.microsoft.com/office/drawing/2014/main" id="{D8731621-7338-AFA9-A0BC-2ECDCA593046}"/>
              </a:ext>
            </a:extLst>
          </p:cNvPr>
          <p:cNvSpPr/>
          <p:nvPr/>
        </p:nvSpPr>
        <p:spPr>
          <a:xfrm>
            <a:off x="3677065" y="4444563"/>
            <a:ext cx="583910" cy="16609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Call script</a:t>
            </a:r>
            <a:endParaRPr lang="en-US" sz="1000" dirty="0"/>
          </a:p>
        </p:txBody>
      </p:sp>
      <p:sp>
        <p:nvSpPr>
          <p:cNvPr id="24" name="TextBox 24">
            <a:extLst>
              <a:ext uri="{FF2B5EF4-FFF2-40B4-BE49-F238E27FC236}">
                <a16:creationId xmlns:a16="http://schemas.microsoft.com/office/drawing/2014/main" id="{67F8EAD3-0956-E244-441B-4FD35060E104}"/>
              </a:ext>
            </a:extLst>
          </p:cNvPr>
          <p:cNvSpPr txBox="1"/>
          <p:nvPr/>
        </p:nvSpPr>
        <p:spPr>
          <a:xfrm>
            <a:off x="403626" y="3704203"/>
            <a:ext cx="8520038"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900" b="0" i="0" u="none" strike="noStrike" dirty="0">
                <a:solidFill>
                  <a:srgbClr val="000000"/>
                </a:solidFill>
                <a:effectLst/>
                <a:latin typeface="HP Forma DJR Office" pitchFamily="2" charset="0"/>
              </a:rPr>
              <a:t>Email templates, LinkedIn outreach templates, and call scripts tailored to C-suite personas.</a:t>
            </a:r>
            <a:r>
              <a:rPr lang="en-GB" sz="900" b="0" i="0" dirty="0">
                <a:solidFill>
                  <a:srgbClr val="000000"/>
                </a:solidFill>
                <a:effectLst/>
                <a:latin typeface="HP Forma DJR Office" pitchFamily="2" charset="0"/>
              </a:rPr>
              <a:t>​</a:t>
            </a:r>
            <a:endParaRPr lang="en-PK" sz="900" dirty="0"/>
          </a:p>
        </p:txBody>
      </p:sp>
      <p:pic>
        <p:nvPicPr>
          <p:cNvPr id="26" name="Image 1" descr="preencoded.png">
            <a:extLst>
              <a:ext uri="{FF2B5EF4-FFF2-40B4-BE49-F238E27FC236}">
                <a16:creationId xmlns:a16="http://schemas.microsoft.com/office/drawing/2014/main" id="{5A8E3D84-9900-17CC-B8FB-7D841ED23ADB}"/>
              </a:ext>
            </a:extLst>
          </p:cNvPr>
          <p:cNvPicPr>
            <a:picLocks noChangeAspect="1"/>
          </p:cNvPicPr>
          <p:nvPr/>
        </p:nvPicPr>
        <p:blipFill>
          <a:blip r:embed="rId11"/>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3377175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0ED5D7-41A3-482C-4387-CCC8C3E33F04}"/>
              </a:ext>
            </a:extLst>
          </p:cNvPr>
          <p:cNvSpPr/>
          <p:nvPr/>
        </p:nvSpPr>
        <p:spPr bwMode="ltGray">
          <a:xfrm>
            <a:off x="3200400" y="1333500"/>
            <a:ext cx="1371600" cy="2890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2" name="Text 1">
            <a:extLst>
              <a:ext uri="{FF2B5EF4-FFF2-40B4-BE49-F238E27FC236}">
                <a16:creationId xmlns:a16="http://schemas.microsoft.com/office/drawing/2014/main" id="{4E10327C-E4DF-621E-4631-CB68F67B862A}"/>
              </a:ext>
            </a:extLst>
          </p:cNvPr>
          <p:cNvSpPr/>
          <p:nvPr/>
        </p:nvSpPr>
        <p:spPr>
          <a:xfrm>
            <a:off x="3400425" y="451061"/>
            <a:ext cx="3293398" cy="354360"/>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Supporting Assets – [CTO]</a:t>
            </a:r>
            <a:endParaRPr lang="en-US" sz="2200" dirty="0"/>
          </a:p>
        </p:txBody>
      </p:sp>
      <p:sp>
        <p:nvSpPr>
          <p:cNvPr id="3" name="Text 2">
            <a:extLst>
              <a:ext uri="{FF2B5EF4-FFF2-40B4-BE49-F238E27FC236}">
                <a16:creationId xmlns:a16="http://schemas.microsoft.com/office/drawing/2014/main" id="{10E00BEC-6CB2-50E7-53F8-8A46A8D638C1}"/>
              </a:ext>
            </a:extLst>
          </p:cNvPr>
          <p:cNvSpPr/>
          <p:nvPr/>
        </p:nvSpPr>
        <p:spPr>
          <a:xfrm>
            <a:off x="3400425" y="878644"/>
            <a:ext cx="1701851" cy="177180"/>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HP Forma DJR Office Medium" pitchFamily="34" charset="0"/>
                <a:ea typeface="HP Forma DJR Office Medium" pitchFamily="34" charset="-122"/>
                <a:cs typeface="HP Forma DJR Office Medium" pitchFamily="34" charset="-120"/>
              </a:rPr>
              <a:t>Email Template</a:t>
            </a:r>
            <a:endParaRPr lang="en-US" sz="1150" dirty="0"/>
          </a:p>
        </p:txBody>
      </p:sp>
      <p:sp>
        <p:nvSpPr>
          <p:cNvPr id="4" name="Text 3">
            <a:extLst>
              <a:ext uri="{FF2B5EF4-FFF2-40B4-BE49-F238E27FC236}">
                <a16:creationId xmlns:a16="http://schemas.microsoft.com/office/drawing/2014/main" id="{8845C7F7-ADDF-739D-0107-114DC1F76CB4}"/>
              </a:ext>
            </a:extLst>
          </p:cNvPr>
          <p:cNvSpPr/>
          <p:nvPr/>
        </p:nvSpPr>
        <p:spPr>
          <a:xfrm>
            <a:off x="3400425" y="1382911"/>
            <a:ext cx="5324475" cy="3367162"/>
          </a:xfrm>
          <a:prstGeom prst="rect">
            <a:avLst/>
          </a:prstGeom>
          <a:noFill/>
          <a:ln/>
        </p:spPr>
        <p:txBody>
          <a:bodyPr wrap="square" lIns="0" tIns="0" rIns="0" bIns="0" rtlCol="0" anchor="t"/>
          <a:lstStyle/>
          <a:p>
            <a:pPr marL="0" indent="0" algn="l">
              <a:lnSpc>
                <a:spcPct val="120000"/>
              </a:lnSpc>
              <a:buNone/>
            </a:pPr>
            <a:r>
              <a:rPr lang="en-US" sz="850" b="1" dirty="0">
                <a:solidFill>
                  <a:srgbClr val="000000"/>
                </a:solidFill>
                <a:latin typeface="HP Forma DJR Office" pitchFamily="34" charset="0"/>
                <a:ea typeface="HP Forma DJR Office" pitchFamily="34" charset="-122"/>
                <a:cs typeface="HP Forma DJR Office" pitchFamily="34" charset="-120"/>
              </a:rPr>
              <a:t>Sender:</a:t>
            </a:r>
            <a:r>
              <a:rPr lang="en-US" sz="850" dirty="0">
                <a:solidFill>
                  <a:srgbClr val="000000"/>
                </a:solidFill>
                <a:latin typeface="HP Forma DJR Office" pitchFamily="34" charset="0"/>
                <a:ea typeface="HP Forma DJR Office" pitchFamily="34" charset="-122"/>
                <a:cs typeface="HP Forma DJR Office" pitchFamily="34" charset="-120"/>
              </a:rPr>
              <a:t> HP Sales</a:t>
            </a:r>
            <a:endParaRPr lang="en-US" sz="850" dirty="0"/>
          </a:p>
          <a:p>
            <a:pPr marL="0" indent="0" algn="l">
              <a:lnSpc>
                <a:spcPct val="120000"/>
              </a:lnSpc>
              <a:buNone/>
            </a:pPr>
            <a:r>
              <a:rPr lang="en-US" sz="850" b="1" dirty="0">
                <a:solidFill>
                  <a:srgbClr val="000000"/>
                </a:solidFill>
                <a:latin typeface="HP Forma DJR Office" pitchFamily="34" charset="0"/>
                <a:ea typeface="HP Forma DJR Office" pitchFamily="34" charset="-122"/>
                <a:cs typeface="HP Forma DJR Office" pitchFamily="34" charset="-120"/>
              </a:rPr>
              <a:t>Subject A:</a:t>
            </a:r>
            <a:r>
              <a:rPr lang="en-US" sz="850" dirty="0">
                <a:solidFill>
                  <a:srgbClr val="000000"/>
                </a:solidFill>
                <a:latin typeface="HP Forma DJR Office" pitchFamily="34" charset="0"/>
                <a:ea typeface="HP Forma DJR Office" pitchFamily="34" charset="-122"/>
                <a:cs typeface="HP Forma DJR Office" pitchFamily="34" charset="-120"/>
              </a:rPr>
              <a:t> Insights that matter to [Aviva Canada]</a:t>
            </a:r>
            <a:endParaRPr lang="en-US" sz="850" dirty="0"/>
          </a:p>
          <a:p>
            <a:pPr marL="0" indent="0" algn="l">
              <a:lnSpc>
                <a:spcPct val="120000"/>
              </a:lnSpc>
              <a:buNone/>
            </a:pPr>
            <a:r>
              <a:rPr lang="en-US" sz="850" b="1" dirty="0">
                <a:solidFill>
                  <a:srgbClr val="000000"/>
                </a:solidFill>
                <a:latin typeface="HP Forma DJR Office" pitchFamily="34" charset="0"/>
                <a:ea typeface="HP Forma DJR Office" pitchFamily="34" charset="-122"/>
                <a:cs typeface="HP Forma DJR Office" pitchFamily="34" charset="-120"/>
              </a:rPr>
              <a:t>Subject B:</a:t>
            </a:r>
            <a:r>
              <a:rPr lang="en-US" sz="850" dirty="0">
                <a:solidFill>
                  <a:srgbClr val="000000"/>
                </a:solidFill>
                <a:latin typeface="HP Forma DJR Office" pitchFamily="34" charset="0"/>
                <a:ea typeface="HP Forma DJR Office" pitchFamily="34" charset="-122"/>
                <a:cs typeface="HP Forma DJR Office" pitchFamily="34" charset="-120"/>
              </a:rPr>
              <a:t> Supporting [Aviva Canada on Cloud Migration]</a:t>
            </a:r>
            <a:endParaRPr lang="en-US" sz="850" dirty="0"/>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Hi [Lisa],</a:t>
            </a:r>
            <a:endParaRPr lang="en-US" sz="850" dirty="0"/>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I understand [Aviva Canada] is focused on [Cloud Migration] this year. I wanted to share something that might help advance that work.</a:t>
            </a:r>
            <a:endParaRPr lang="en-US" sz="850" dirty="0"/>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We've seen similar organizations strengthen endpoint security posture through targeted endpoint security enhancements.</a:t>
            </a:r>
            <a:endParaRPr lang="en-US" sz="850" dirty="0"/>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I thought you might find this useful:</a:t>
            </a:r>
            <a:endParaRPr lang="en-US" sz="850" dirty="0"/>
          </a:p>
          <a:p>
            <a:pPr>
              <a:lnSpc>
                <a:spcPct val="120000"/>
              </a:lnSpc>
              <a:spcAft>
                <a:spcPts val="800"/>
              </a:spcAft>
            </a:pPr>
            <a:r>
              <a:rPr lang="en-US" sz="850" dirty="0">
                <a:solidFill>
                  <a:srgbClr val="000000"/>
                </a:solidFill>
                <a:latin typeface="HP Forma DJR Office" pitchFamily="34" charset="0"/>
                <a:ea typeface="HP Forma DJR Office" pitchFamily="34" charset="-122"/>
                <a:cs typeface="HP Forma DJR Office" pitchFamily="34" charset="-120"/>
              </a:rPr>
              <a:t>[</a:t>
            </a:r>
            <a:r>
              <a:rPr lang="en-GB" sz="900" dirty="0">
                <a:solidFill>
                  <a:srgbClr val="024AD8"/>
                </a:solidFill>
                <a:latin typeface="HP Forma DJR Office" pitchFamily="34" charset="0"/>
                <a:ea typeface="HP Forma DJR Office" pitchFamily="34" charset="-122"/>
                <a:cs typeface="HP Forma DJR Office" pitchFamily="34" charset="-120"/>
                <a:hlinkClick r:id="rId2">
                  <a:extLst>
                    <a:ext uri="{A12FA001-AC4F-418D-AE19-62706E023703}">
                      <ahyp:hlinkClr xmlns:ahyp="http://schemas.microsoft.com/office/drawing/2018/hyperlinkcolor" val="tx"/>
                    </a:ext>
                  </a:extLst>
                </a:hlinkClick>
              </a:rPr>
              <a:t>Maximize productivity with AI workstation laptops</a:t>
            </a:r>
            <a:r>
              <a:rPr lang="en-GB" sz="900" dirty="0">
                <a:solidFill>
                  <a:srgbClr val="000000"/>
                </a:solidFill>
                <a:latin typeface="HP Forma DJR Office" pitchFamily="34" charset="0"/>
                <a:ea typeface="HP Forma DJR Office" pitchFamily="34" charset="-122"/>
                <a:cs typeface="HP Forma DJR Office" pitchFamily="34" charset="-120"/>
              </a:rPr>
              <a:t>]</a:t>
            </a:r>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Would you be open to a brief conversation about how we could help you enhance your cybersecurity posture?</a:t>
            </a:r>
            <a:endParaRPr lang="en-US" sz="850" dirty="0"/>
          </a:p>
          <a:p>
            <a:pPr marL="0" indent="0" algn="l">
              <a:lnSpc>
                <a:spcPct val="120000"/>
              </a:lnSpc>
              <a:buNone/>
            </a:pPr>
            <a:r>
              <a:rPr lang="en-US" sz="850" dirty="0">
                <a:solidFill>
                  <a:srgbClr val="000000"/>
                </a:solidFill>
                <a:latin typeface="HP Forma DJR Office" pitchFamily="34" charset="0"/>
                <a:ea typeface="HP Forma DJR Office" pitchFamily="34" charset="-122"/>
                <a:cs typeface="HP Forma DJR Office" pitchFamily="34" charset="-120"/>
              </a:rPr>
              <a:t>Best regards,</a:t>
            </a:r>
            <a:endParaRPr lang="en-US" sz="850" dirty="0"/>
          </a:p>
          <a:p>
            <a:pPr marL="0" indent="0" algn="l">
              <a:lnSpc>
                <a:spcPct val="120000"/>
              </a:lnSpc>
              <a:buNone/>
            </a:pPr>
            <a:r>
              <a:rPr lang="en-US" sz="850" dirty="0">
                <a:solidFill>
                  <a:srgbClr val="000000"/>
                </a:solidFill>
                <a:latin typeface="HP Forma DJR Office" pitchFamily="34" charset="0"/>
                <a:ea typeface="HP Forma DJR Office" pitchFamily="34" charset="-122"/>
                <a:cs typeface="HP Forma DJR Office" pitchFamily="34" charset="-120"/>
              </a:rPr>
              <a:t>[Evan Perkins]</a:t>
            </a:r>
            <a:endParaRPr lang="en-US" sz="850" dirty="0"/>
          </a:p>
          <a:p>
            <a:pPr marL="0" indent="0" algn="l">
              <a:lnSpc>
                <a:spcPct val="120000"/>
              </a:lnSpc>
              <a:spcAft>
                <a:spcPts val="800"/>
              </a:spcAft>
              <a:buNone/>
            </a:pPr>
            <a:r>
              <a:rPr lang="en-US" sz="850" dirty="0">
                <a:solidFill>
                  <a:srgbClr val="000000"/>
                </a:solidFill>
                <a:latin typeface="HP Forma DJR Office" pitchFamily="34" charset="0"/>
                <a:ea typeface="HP Forma DJR Office" pitchFamily="34" charset="-122"/>
                <a:cs typeface="HP Forma DJR Office" pitchFamily="34" charset="-120"/>
              </a:rPr>
              <a:t>HP Canada</a:t>
            </a:r>
            <a:endParaRPr lang="en-US" sz="850" dirty="0"/>
          </a:p>
        </p:txBody>
      </p:sp>
      <p:pic>
        <p:nvPicPr>
          <p:cNvPr id="6" name="Image 0" descr="preencoded.png">
            <a:extLst>
              <a:ext uri="{FF2B5EF4-FFF2-40B4-BE49-F238E27FC236}">
                <a16:creationId xmlns:a16="http://schemas.microsoft.com/office/drawing/2014/main" id="{9A6B464B-DB30-5E71-B80C-7055B69E07E9}"/>
              </a:ext>
            </a:extLst>
          </p:cNvPr>
          <p:cNvPicPr>
            <a:picLocks noChangeAspect="1"/>
          </p:cNvPicPr>
          <p:nvPr/>
        </p:nvPicPr>
        <p:blipFill>
          <a:blip r:embed="rId3"/>
          <a:stretch>
            <a:fillRect/>
          </a:stretch>
        </p:blipFill>
        <p:spPr>
          <a:xfrm>
            <a:off x="1095375" y="430411"/>
            <a:ext cx="952500" cy="952500"/>
          </a:xfrm>
          <a:prstGeom prst="rect">
            <a:avLst/>
          </a:prstGeom>
        </p:spPr>
      </p:pic>
      <p:pic>
        <p:nvPicPr>
          <p:cNvPr id="8" name="Image 1" descr="preencoded.png">
            <a:extLst>
              <a:ext uri="{FF2B5EF4-FFF2-40B4-BE49-F238E27FC236}">
                <a16:creationId xmlns:a16="http://schemas.microsoft.com/office/drawing/2014/main" id="{4A0F62BE-2853-6AA1-06DB-659ACD9BD300}"/>
              </a:ext>
            </a:extLst>
          </p:cNvPr>
          <p:cNvPicPr>
            <a:picLocks noChangeAspect="1"/>
          </p:cNvPicPr>
          <p:nvPr/>
        </p:nvPicPr>
        <p:blipFill>
          <a:blip r:embed="rId4"/>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400161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FA97B-FDD5-54CF-A90A-F23B04E313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09A5ACB-441C-EF11-F5EA-A21D7EE65B73}"/>
              </a:ext>
            </a:extLst>
          </p:cNvPr>
          <p:cNvSpPr/>
          <p:nvPr/>
        </p:nvSpPr>
        <p:spPr bwMode="ltGray">
          <a:xfrm>
            <a:off x="3200400" y="1333500"/>
            <a:ext cx="1371600" cy="2890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3" name="Text 3">
            <a:extLst>
              <a:ext uri="{FF2B5EF4-FFF2-40B4-BE49-F238E27FC236}">
                <a16:creationId xmlns:a16="http://schemas.microsoft.com/office/drawing/2014/main" id="{5C9B898C-C16A-A78B-3CF6-86FA2BB66BDF}"/>
              </a:ext>
            </a:extLst>
          </p:cNvPr>
          <p:cNvSpPr/>
          <p:nvPr/>
        </p:nvSpPr>
        <p:spPr>
          <a:xfrm>
            <a:off x="3414154" y="938622"/>
            <a:ext cx="2315691" cy="188268"/>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HP Forma DJR Office Medium" pitchFamily="34" charset="0"/>
                <a:ea typeface="HP Forma DJR Office Medium" pitchFamily="34" charset="-122"/>
                <a:cs typeface="HP Forma DJR Office Medium" pitchFamily="34" charset="-120"/>
              </a:rPr>
              <a:t>LinkedIn Outreach Template</a:t>
            </a:r>
            <a:endParaRPr lang="en-US" sz="1150" dirty="0"/>
          </a:p>
        </p:txBody>
      </p:sp>
      <p:sp>
        <p:nvSpPr>
          <p:cNvPr id="4" name="Text 4">
            <a:extLst>
              <a:ext uri="{FF2B5EF4-FFF2-40B4-BE49-F238E27FC236}">
                <a16:creationId xmlns:a16="http://schemas.microsoft.com/office/drawing/2014/main" id="{A8033738-9745-FF86-4A62-0CDD15CD346C}"/>
              </a:ext>
            </a:extLst>
          </p:cNvPr>
          <p:cNvSpPr/>
          <p:nvPr/>
        </p:nvSpPr>
        <p:spPr>
          <a:xfrm>
            <a:off x="3407312" y="1647230"/>
            <a:ext cx="4615377" cy="2870597"/>
          </a:xfrm>
          <a:prstGeom prst="rect">
            <a:avLst/>
          </a:prstGeom>
          <a:noFill/>
          <a:ln/>
        </p:spPr>
        <p:txBody>
          <a:bodyPr wrap="square" lIns="0" tIns="0" rIns="0" bIns="0" rtlCol="0" anchor="t"/>
          <a:lstStyle/>
          <a:p>
            <a:pPr marL="0" indent="0" algn="l">
              <a:lnSpc>
                <a:spcPct val="123000"/>
              </a:lnSpc>
              <a:buNone/>
            </a:pPr>
            <a:r>
              <a:rPr lang="en-US" sz="900" b="1" dirty="0">
                <a:solidFill>
                  <a:srgbClr val="000000"/>
                </a:solidFill>
                <a:latin typeface="HP Forma DJR Office" pitchFamily="34" charset="0"/>
                <a:ea typeface="HP Forma DJR Office" pitchFamily="34" charset="-122"/>
                <a:cs typeface="HP Forma DJR Office" pitchFamily="34" charset="-120"/>
              </a:rPr>
              <a:t>Subject:</a:t>
            </a:r>
            <a:r>
              <a:rPr lang="en-US" sz="900" dirty="0">
                <a:solidFill>
                  <a:srgbClr val="000000"/>
                </a:solidFill>
                <a:latin typeface="HP Forma DJR Office" pitchFamily="34" charset="0"/>
                <a:ea typeface="HP Forma DJR Office" pitchFamily="34" charset="-122"/>
                <a:cs typeface="HP Forma DJR Office" pitchFamily="34" charset="-120"/>
              </a:rPr>
              <a:t> Supporting [Aviva Canada on Cloud Migration]</a:t>
            </a:r>
            <a:endParaRPr lang="en-US" sz="900" dirty="0"/>
          </a:p>
          <a:p>
            <a:pPr marL="0" indent="0" algn="l">
              <a:lnSpc>
                <a:spcPct val="123000"/>
              </a:lnSpc>
              <a:spcAft>
                <a:spcPts val="700"/>
              </a:spcAft>
              <a:buNone/>
            </a:pPr>
            <a:endParaRPr lang="en-US" sz="900" dirty="0">
              <a:solidFill>
                <a:srgbClr val="000000"/>
              </a:solidFill>
              <a:latin typeface="HP Forma DJR Office" pitchFamily="34" charset="0"/>
              <a:ea typeface="HP Forma DJR Office" pitchFamily="34" charset="-122"/>
              <a:cs typeface="HP Forma DJR Office" pitchFamily="34" charset="-120"/>
            </a:endParaRPr>
          </a:p>
          <a:p>
            <a:pPr marL="0" indent="0" algn="l">
              <a:lnSpc>
                <a:spcPct val="123000"/>
              </a:lnSpc>
              <a:spcAft>
                <a:spcPts val="700"/>
              </a:spcAft>
              <a:buNone/>
            </a:pPr>
            <a:r>
              <a:rPr lang="en-US" sz="900" dirty="0">
                <a:solidFill>
                  <a:srgbClr val="000000"/>
                </a:solidFill>
                <a:latin typeface="HP Forma DJR Office" pitchFamily="34" charset="0"/>
                <a:ea typeface="HP Forma DJR Office" pitchFamily="34" charset="-122"/>
                <a:cs typeface="HP Forma DJR Office" pitchFamily="34" charset="-120"/>
              </a:rPr>
              <a:t>Hi [Lisa],</a:t>
            </a:r>
            <a:endParaRPr lang="en-US" sz="900" dirty="0"/>
          </a:p>
          <a:p>
            <a:pPr marL="0" indent="0" algn="l">
              <a:lnSpc>
                <a:spcPct val="123000"/>
              </a:lnSpc>
              <a:spcAft>
                <a:spcPts val="700"/>
              </a:spcAft>
              <a:buNone/>
            </a:pPr>
            <a:r>
              <a:rPr lang="en-US" sz="900" dirty="0">
                <a:solidFill>
                  <a:srgbClr val="000000"/>
                </a:solidFill>
                <a:latin typeface="HP Forma DJR Office" pitchFamily="34" charset="0"/>
                <a:ea typeface="HP Forma DJR Office" pitchFamily="34" charset="-122"/>
                <a:cs typeface="HP Forma DJR Office" pitchFamily="34" charset="-120"/>
              </a:rPr>
              <a:t>[Cloud migration] seems to be a key focus across [Insurance]. We've seen similar organizations strengthen endpoint security posture through targeted endpoint security enhancements.</a:t>
            </a:r>
            <a:endParaRPr lang="en-US" sz="900" dirty="0"/>
          </a:p>
          <a:p>
            <a:pPr marL="0" indent="0" algn="l">
              <a:lnSpc>
                <a:spcPct val="123000"/>
              </a:lnSpc>
              <a:spcAft>
                <a:spcPts val="700"/>
              </a:spcAft>
              <a:buNone/>
            </a:pPr>
            <a:r>
              <a:rPr lang="en-US" sz="900" dirty="0">
                <a:solidFill>
                  <a:srgbClr val="000000"/>
                </a:solidFill>
                <a:latin typeface="HP Forma DJR Office" pitchFamily="34" charset="0"/>
                <a:ea typeface="HP Forma DJR Office" pitchFamily="34" charset="-122"/>
                <a:cs typeface="HP Forma DJR Office" pitchFamily="34" charset="-120"/>
              </a:rPr>
              <a:t>Here's a short resource that outlines how:</a:t>
            </a:r>
            <a:endParaRPr lang="en-US" sz="900" dirty="0"/>
          </a:p>
          <a:p>
            <a:pPr>
              <a:lnSpc>
                <a:spcPct val="123000"/>
              </a:lnSpc>
              <a:spcAft>
                <a:spcPts val="700"/>
              </a:spcAft>
            </a:pPr>
            <a:r>
              <a:rPr lang="en-US" sz="850" dirty="0">
                <a:solidFill>
                  <a:srgbClr val="000000"/>
                </a:solidFill>
                <a:latin typeface="HP Forma DJR Office" pitchFamily="34" charset="0"/>
                <a:ea typeface="HP Forma DJR Office" pitchFamily="34" charset="-122"/>
                <a:cs typeface="HP Forma DJR Office" pitchFamily="34" charset="-120"/>
              </a:rPr>
              <a:t>[</a:t>
            </a:r>
            <a:r>
              <a:rPr lang="en-GB" sz="900" dirty="0">
                <a:solidFill>
                  <a:srgbClr val="024AD8"/>
                </a:solidFill>
                <a:latin typeface="HP Forma DJR Office" pitchFamily="34" charset="0"/>
                <a:ea typeface="HP Forma DJR Office" pitchFamily="34" charset="-122"/>
                <a:cs typeface="HP Forma DJR Office" pitchFamily="34" charset="-120"/>
                <a:hlinkClick r:id="rId2">
                  <a:extLst>
                    <a:ext uri="{A12FA001-AC4F-418D-AE19-62706E023703}">
                      <ahyp:hlinkClr xmlns:ahyp="http://schemas.microsoft.com/office/drawing/2018/hyperlinkcolor" val="tx"/>
                    </a:ext>
                  </a:extLst>
                </a:hlinkClick>
              </a:rPr>
              <a:t>Maximize productivity with AI workstation laptops</a:t>
            </a:r>
            <a:r>
              <a:rPr lang="en-GB" sz="900" dirty="0">
                <a:solidFill>
                  <a:srgbClr val="000000"/>
                </a:solidFill>
                <a:latin typeface="HP Forma DJR Office" pitchFamily="34" charset="0"/>
                <a:ea typeface="HP Forma DJR Office" pitchFamily="34" charset="-122"/>
                <a:cs typeface="HP Forma DJR Office" pitchFamily="34" charset="-120"/>
              </a:rPr>
              <a:t>]</a:t>
            </a:r>
          </a:p>
          <a:p>
            <a:pPr marL="0" indent="0" algn="l">
              <a:lnSpc>
                <a:spcPct val="123000"/>
              </a:lnSpc>
              <a:spcAft>
                <a:spcPts val="700"/>
              </a:spcAft>
              <a:buNone/>
            </a:pPr>
            <a:r>
              <a:rPr lang="en-US" sz="900" dirty="0">
                <a:solidFill>
                  <a:srgbClr val="000000"/>
                </a:solidFill>
                <a:latin typeface="HP Forma DJR Office" pitchFamily="34" charset="0"/>
                <a:ea typeface="HP Forma DJR Office" pitchFamily="34" charset="-122"/>
                <a:cs typeface="HP Forma DJR Office" pitchFamily="34" charset="-120"/>
              </a:rPr>
              <a:t>Would you be open to a quick chat about what might work best for [Aviva Canada]?</a:t>
            </a:r>
            <a:endParaRPr lang="en-US" sz="900" dirty="0"/>
          </a:p>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Best,</a:t>
            </a:r>
            <a:endParaRPr lang="en-US" sz="900" dirty="0"/>
          </a:p>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[Evan Perkins]</a:t>
            </a:r>
            <a:endParaRPr lang="en-US" sz="900" dirty="0"/>
          </a:p>
          <a:p>
            <a:pPr marL="0" indent="0" algn="l">
              <a:lnSpc>
                <a:spcPct val="123000"/>
              </a:lnSpc>
              <a:buNone/>
            </a:pPr>
            <a:r>
              <a:rPr lang="en-US" sz="900" dirty="0">
                <a:solidFill>
                  <a:srgbClr val="000000"/>
                </a:solidFill>
                <a:latin typeface="HP Forma DJR Office" pitchFamily="34" charset="0"/>
                <a:ea typeface="HP Forma DJR Office" pitchFamily="34" charset="-122"/>
                <a:cs typeface="HP Forma DJR Office" pitchFamily="34" charset="-120"/>
              </a:rPr>
              <a:t>HP Canada</a:t>
            </a:r>
            <a:endParaRPr lang="en-US" sz="900" dirty="0"/>
          </a:p>
        </p:txBody>
      </p:sp>
      <p:pic>
        <p:nvPicPr>
          <p:cNvPr id="9" name="Image 0" descr="preencoded.png">
            <a:extLst>
              <a:ext uri="{FF2B5EF4-FFF2-40B4-BE49-F238E27FC236}">
                <a16:creationId xmlns:a16="http://schemas.microsoft.com/office/drawing/2014/main" id="{057889DB-4100-067A-CF93-55939FFF7189}"/>
              </a:ext>
            </a:extLst>
          </p:cNvPr>
          <p:cNvPicPr>
            <a:picLocks noChangeAspect="1"/>
          </p:cNvPicPr>
          <p:nvPr/>
        </p:nvPicPr>
        <p:blipFill>
          <a:blip r:embed="rId3"/>
          <a:stretch>
            <a:fillRect/>
          </a:stretch>
        </p:blipFill>
        <p:spPr>
          <a:xfrm>
            <a:off x="1096896" y="504825"/>
            <a:ext cx="952500" cy="952500"/>
          </a:xfrm>
          <a:prstGeom prst="rect">
            <a:avLst/>
          </a:prstGeom>
        </p:spPr>
      </p:pic>
      <p:sp>
        <p:nvSpPr>
          <p:cNvPr id="10" name="Text 1">
            <a:extLst>
              <a:ext uri="{FF2B5EF4-FFF2-40B4-BE49-F238E27FC236}">
                <a16:creationId xmlns:a16="http://schemas.microsoft.com/office/drawing/2014/main" id="{CC2CCEE2-30A7-4DBD-8A98-9DB51C502190}"/>
              </a:ext>
            </a:extLst>
          </p:cNvPr>
          <p:cNvSpPr/>
          <p:nvPr/>
        </p:nvSpPr>
        <p:spPr>
          <a:xfrm>
            <a:off x="3377969" y="479078"/>
            <a:ext cx="3293398" cy="354360"/>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Supporting Assets – [CTO]</a:t>
            </a:r>
            <a:endParaRPr lang="en-US" sz="2200" dirty="0"/>
          </a:p>
        </p:txBody>
      </p:sp>
      <p:pic>
        <p:nvPicPr>
          <p:cNvPr id="6" name="Image 1" descr="preencoded.png">
            <a:extLst>
              <a:ext uri="{FF2B5EF4-FFF2-40B4-BE49-F238E27FC236}">
                <a16:creationId xmlns:a16="http://schemas.microsoft.com/office/drawing/2014/main" id="{1AA5B97E-426C-15FD-DB63-1A0CD4F08060}"/>
              </a:ext>
            </a:extLst>
          </p:cNvPr>
          <p:cNvPicPr>
            <a:picLocks noChangeAspect="1"/>
          </p:cNvPicPr>
          <p:nvPr/>
        </p:nvPicPr>
        <p:blipFill>
          <a:blip r:embed="rId4"/>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735970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3367-01BB-8CFC-E035-8A65EC6CA899}"/>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1548FD0D-9E47-B19D-6CAD-17F35E2E8E43}"/>
              </a:ext>
            </a:extLst>
          </p:cNvPr>
          <p:cNvSpPr/>
          <p:nvPr/>
        </p:nvSpPr>
        <p:spPr>
          <a:xfrm>
            <a:off x="1343174" y="444262"/>
            <a:ext cx="2832348" cy="265435"/>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HP Forma DJR Office Medium" pitchFamily="34" charset="0"/>
                <a:ea typeface="HP Forma DJR Office Medium" pitchFamily="34" charset="-122"/>
                <a:cs typeface="HP Forma DJR Office Medium" pitchFamily="34" charset="-120"/>
              </a:rPr>
              <a:t>Supporting Assets – [CTO]</a:t>
            </a:r>
            <a:endParaRPr lang="en-US" sz="2200" dirty="0"/>
          </a:p>
        </p:txBody>
      </p:sp>
      <p:sp>
        <p:nvSpPr>
          <p:cNvPr id="3" name="Text 2">
            <a:extLst>
              <a:ext uri="{FF2B5EF4-FFF2-40B4-BE49-F238E27FC236}">
                <a16:creationId xmlns:a16="http://schemas.microsoft.com/office/drawing/2014/main" id="{34FC3CF3-1D86-AB8B-DC7D-9D71FA25C444}"/>
              </a:ext>
            </a:extLst>
          </p:cNvPr>
          <p:cNvSpPr/>
          <p:nvPr/>
        </p:nvSpPr>
        <p:spPr>
          <a:xfrm>
            <a:off x="1343174" y="789320"/>
            <a:ext cx="1731392" cy="15924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HP Forma DJR Office Medium" pitchFamily="34" charset="0"/>
                <a:ea typeface="HP Forma DJR Office Medium" pitchFamily="34" charset="-122"/>
                <a:cs typeface="HP Forma DJR Office Medium" pitchFamily="34" charset="-120"/>
              </a:rPr>
              <a:t>Call Script</a:t>
            </a:r>
            <a:endParaRPr lang="en-US" sz="1150" dirty="0"/>
          </a:p>
        </p:txBody>
      </p:sp>
      <p:sp>
        <p:nvSpPr>
          <p:cNvPr id="4" name="Text 3">
            <a:extLst>
              <a:ext uri="{FF2B5EF4-FFF2-40B4-BE49-F238E27FC236}">
                <a16:creationId xmlns:a16="http://schemas.microsoft.com/office/drawing/2014/main" id="{0940E471-0A9C-DB7D-B543-53EE8913B486}"/>
              </a:ext>
            </a:extLst>
          </p:cNvPr>
          <p:cNvSpPr/>
          <p:nvPr/>
        </p:nvSpPr>
        <p:spPr>
          <a:xfrm>
            <a:off x="452586" y="1326778"/>
            <a:ext cx="1553096" cy="132680"/>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Step 1: Provide Context</a:t>
            </a:r>
            <a:endParaRPr lang="en-US" sz="1000" dirty="0"/>
          </a:p>
        </p:txBody>
      </p:sp>
      <p:sp>
        <p:nvSpPr>
          <p:cNvPr id="5" name="Text 4">
            <a:extLst>
              <a:ext uri="{FF2B5EF4-FFF2-40B4-BE49-F238E27FC236}">
                <a16:creationId xmlns:a16="http://schemas.microsoft.com/office/drawing/2014/main" id="{187B8A7E-DCE7-1286-81CA-AD551BF72373}"/>
              </a:ext>
            </a:extLst>
          </p:cNvPr>
          <p:cNvSpPr/>
          <p:nvPr/>
        </p:nvSpPr>
        <p:spPr>
          <a:xfrm>
            <a:off x="452586" y="1510358"/>
            <a:ext cx="4011067" cy="371921"/>
          </a:xfrm>
          <a:prstGeom prst="rect">
            <a:avLst/>
          </a:prstGeom>
          <a:noFill/>
          <a:ln/>
        </p:spPr>
        <p:txBody>
          <a:bodyPr wrap="square" lIns="0" tIns="0" rIns="0" bIns="0" rtlCol="0" anchor="t"/>
          <a:lstStyle/>
          <a:p>
            <a:pPr marL="0" indent="0" algn="l">
              <a:lnSpc>
                <a:spcPct val="107000"/>
              </a:lnSpc>
              <a:spcAft>
                <a:spcPts val="350"/>
              </a:spcAft>
              <a:buNone/>
            </a:pPr>
            <a:r>
              <a:rPr lang="en-US" sz="900" dirty="0">
                <a:solidFill>
                  <a:srgbClr val="000000"/>
                </a:solidFill>
                <a:latin typeface="HP Forma DJR Office" pitchFamily="34" charset="0"/>
                <a:ea typeface="HP Forma DJR Office" pitchFamily="34" charset="-122"/>
                <a:cs typeface="HP Forma DJR Office" pitchFamily="34" charset="-120"/>
              </a:rPr>
              <a:t>Hi [Lisa,] this is [Evan Perkins] with HP Canada.</a:t>
            </a:r>
            <a:endParaRPr lang="en-US" sz="900" dirty="0"/>
          </a:p>
          <a:p>
            <a:pPr marL="0" indent="0" algn="l">
              <a:lnSpc>
                <a:spcPct val="107000"/>
              </a:lnSpc>
              <a:buNone/>
            </a:pPr>
            <a:r>
              <a:rPr lang="en-US" sz="900" dirty="0">
                <a:solidFill>
                  <a:srgbClr val="000000"/>
                </a:solidFill>
                <a:latin typeface="HP Forma DJR Office" pitchFamily="34" charset="0"/>
                <a:ea typeface="HP Forma DJR Office" pitchFamily="34" charset="-122"/>
                <a:cs typeface="HP Forma DJR Office" pitchFamily="34" charset="-120"/>
              </a:rPr>
              <a:t>I'm calling about [Cloud Migration]. I work with [Insurance teams] on this. Do you have 30 seconds to see if this is relevant?</a:t>
            </a:r>
            <a:endParaRPr lang="en-US" sz="900" dirty="0"/>
          </a:p>
        </p:txBody>
      </p:sp>
      <p:sp>
        <p:nvSpPr>
          <p:cNvPr id="6" name="Text 5">
            <a:extLst>
              <a:ext uri="{FF2B5EF4-FFF2-40B4-BE49-F238E27FC236}">
                <a16:creationId xmlns:a16="http://schemas.microsoft.com/office/drawing/2014/main" id="{1784C5E9-BA93-BDEC-AA1A-AFA18629CCF9}"/>
              </a:ext>
            </a:extLst>
          </p:cNvPr>
          <p:cNvSpPr/>
          <p:nvPr/>
        </p:nvSpPr>
        <p:spPr>
          <a:xfrm>
            <a:off x="452586" y="2261295"/>
            <a:ext cx="1561281" cy="132680"/>
          </a:xfrm>
          <a:prstGeom prst="rect">
            <a:avLst/>
          </a:prstGeom>
          <a:noFill/>
          <a:ln/>
        </p:spPr>
        <p:txBody>
          <a:bodyPr wrap="none" lIns="0" tIns="0" rIns="0" bIns="0" rtlCol="0" anchor="t"/>
          <a:lstStyle/>
          <a:p>
            <a:pPr marL="0" indent="0" algn="l">
              <a:lnSpc>
                <a:spcPct val="104000"/>
              </a:lnSpc>
              <a:buNone/>
            </a:pPr>
            <a:r>
              <a:rPr lang="en-US" sz="1000">
                <a:solidFill>
                  <a:srgbClr val="000000"/>
                </a:solidFill>
                <a:latin typeface="HP Forma DJR Office Medium" pitchFamily="34" charset="0"/>
                <a:ea typeface="HP Forma DJR Office Medium" pitchFamily="34" charset="-122"/>
                <a:cs typeface="HP Forma DJR Office Medium" pitchFamily="34" charset="-120"/>
              </a:rPr>
              <a:t>Step 2: Explain Offering</a:t>
            </a:r>
            <a:endParaRPr lang="en-US" sz="1000"/>
          </a:p>
        </p:txBody>
      </p:sp>
      <p:sp>
        <p:nvSpPr>
          <p:cNvPr id="7" name="Text 6">
            <a:extLst>
              <a:ext uri="{FF2B5EF4-FFF2-40B4-BE49-F238E27FC236}">
                <a16:creationId xmlns:a16="http://schemas.microsoft.com/office/drawing/2014/main" id="{963BD1DE-0343-79BC-8B62-4A733A6A4E45}"/>
              </a:ext>
            </a:extLst>
          </p:cNvPr>
          <p:cNvSpPr/>
          <p:nvPr/>
        </p:nvSpPr>
        <p:spPr>
          <a:xfrm>
            <a:off x="452586" y="2444875"/>
            <a:ext cx="4011067" cy="898327"/>
          </a:xfrm>
          <a:prstGeom prst="rect">
            <a:avLst/>
          </a:prstGeom>
          <a:noFill/>
          <a:ln/>
        </p:spPr>
        <p:txBody>
          <a:bodyPr wrap="square" lIns="0" tIns="0" rIns="0" bIns="0" rtlCol="0" anchor="t">
            <a:noAutofit/>
          </a:bodyPr>
          <a:lstStyle/>
          <a:p>
            <a:pPr marL="0" indent="0" algn="l">
              <a:lnSpc>
                <a:spcPct val="107000"/>
              </a:lnSpc>
              <a:spcAft>
                <a:spcPts val="350"/>
              </a:spcAft>
              <a:buNone/>
            </a:pPr>
            <a:r>
              <a:rPr lang="en-US" sz="900" dirty="0">
                <a:solidFill>
                  <a:srgbClr val="000000"/>
                </a:solidFill>
                <a:latin typeface="HP Forma DJR Office" pitchFamily="34" charset="0"/>
                <a:ea typeface="HP Forma DJR Office" pitchFamily="34" charset="-122"/>
                <a:cs typeface="HP Forma DJR Office" pitchFamily="34" charset="-120"/>
              </a:rPr>
              <a:t>A lot of [Insurance teams] we work with are looking to address enhanced cybersecurity measures, whether that's strengthening endpoint security or managing diverse product environments more efficiently.</a:t>
            </a:r>
            <a:endParaRPr lang="en-US" sz="900" dirty="0"/>
          </a:p>
          <a:p>
            <a:pPr marL="0" indent="0" algn="l">
              <a:lnSpc>
                <a:spcPct val="107000"/>
              </a:lnSpc>
              <a:spcAft>
                <a:spcPts val="350"/>
              </a:spcAft>
              <a:buNone/>
            </a:pPr>
            <a:r>
              <a:rPr lang="en-US" sz="900" dirty="0">
                <a:solidFill>
                  <a:srgbClr val="000000"/>
                </a:solidFill>
                <a:latin typeface="HP Forma DJR Office" pitchFamily="34" charset="0"/>
                <a:ea typeface="HP Forma DJR Office" pitchFamily="34" charset="-122"/>
                <a:cs typeface="HP Forma DJR Office" pitchFamily="34" charset="-120"/>
              </a:rPr>
              <a:t>At HP, we've been helping them by positioning HP as a strategic partner in enhancing endpoint security posture. Emphasizing the importance of proactive protection is core to what we do.</a:t>
            </a:r>
            <a:endParaRPr lang="en-US" sz="900" dirty="0"/>
          </a:p>
          <a:p>
            <a:pPr marL="0" indent="0" algn="l">
              <a:lnSpc>
                <a:spcPct val="107000"/>
              </a:lnSpc>
              <a:buNone/>
            </a:pPr>
            <a:r>
              <a:rPr lang="en-US" sz="900" dirty="0">
                <a:solidFill>
                  <a:srgbClr val="000000"/>
                </a:solidFill>
                <a:latin typeface="HP Forma DJR Office" pitchFamily="34" charset="0"/>
                <a:ea typeface="HP Forma DJR Office" pitchFamily="34" charset="-122"/>
                <a:cs typeface="HP Forma DJR Office" pitchFamily="34" charset="-120"/>
              </a:rPr>
              <a:t>It's a quick change that made a measurable difference in Enhancing Cybersecurity Posture.</a:t>
            </a:r>
            <a:endParaRPr lang="en-US" sz="900" dirty="0"/>
          </a:p>
        </p:txBody>
      </p:sp>
      <p:sp>
        <p:nvSpPr>
          <p:cNvPr id="8" name="Text 7">
            <a:extLst>
              <a:ext uri="{FF2B5EF4-FFF2-40B4-BE49-F238E27FC236}">
                <a16:creationId xmlns:a16="http://schemas.microsoft.com/office/drawing/2014/main" id="{0AE17F4A-FFCA-F3DC-C0C2-870CA4F084F9}"/>
              </a:ext>
            </a:extLst>
          </p:cNvPr>
          <p:cNvSpPr/>
          <p:nvPr/>
        </p:nvSpPr>
        <p:spPr>
          <a:xfrm>
            <a:off x="439487" y="3977702"/>
            <a:ext cx="1519014" cy="132680"/>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Step 3: CTA</a:t>
            </a:r>
            <a:endParaRPr lang="en-US" sz="1000" dirty="0"/>
          </a:p>
        </p:txBody>
      </p:sp>
      <p:sp>
        <p:nvSpPr>
          <p:cNvPr id="10" name="Text 8">
            <a:extLst>
              <a:ext uri="{FF2B5EF4-FFF2-40B4-BE49-F238E27FC236}">
                <a16:creationId xmlns:a16="http://schemas.microsoft.com/office/drawing/2014/main" id="{C05998F5-3574-BEB3-2A17-1EB032DFEFF5}"/>
              </a:ext>
            </a:extLst>
          </p:cNvPr>
          <p:cNvSpPr/>
          <p:nvPr/>
        </p:nvSpPr>
        <p:spPr>
          <a:xfrm>
            <a:off x="439487" y="4117788"/>
            <a:ext cx="4011067" cy="371921"/>
          </a:xfrm>
          <a:prstGeom prst="rect">
            <a:avLst/>
          </a:prstGeom>
          <a:noFill/>
          <a:ln/>
        </p:spPr>
        <p:txBody>
          <a:bodyPr wrap="square" lIns="0" tIns="0" rIns="0" bIns="0" rtlCol="0" anchor="t">
            <a:normAutofit/>
          </a:bodyPr>
          <a:lstStyle/>
          <a:p>
            <a:pPr marL="0" indent="0" algn="l">
              <a:lnSpc>
                <a:spcPct val="107000"/>
              </a:lnSpc>
              <a:spcAft>
                <a:spcPts val="350"/>
              </a:spcAft>
              <a:buNone/>
            </a:pPr>
            <a:r>
              <a:rPr lang="en-US" sz="900">
                <a:solidFill>
                  <a:srgbClr val="000000"/>
                </a:solidFill>
                <a:latin typeface="HP Forma DJR Office" pitchFamily="34" charset="0"/>
                <a:ea typeface="HP Forma DJR Office" pitchFamily="34" charset="-122"/>
                <a:cs typeface="HP Forma DJR Office" pitchFamily="34" charset="-120"/>
              </a:rPr>
              <a:t>I can send over a short resource that outlines how we approached this with other Insurance teams. Would that be useful?</a:t>
            </a:r>
            <a:endParaRPr lang="en-US" sz="900"/>
          </a:p>
        </p:txBody>
      </p:sp>
      <p:sp>
        <p:nvSpPr>
          <p:cNvPr id="11" name="Text 9">
            <a:extLst>
              <a:ext uri="{FF2B5EF4-FFF2-40B4-BE49-F238E27FC236}">
                <a16:creationId xmlns:a16="http://schemas.microsoft.com/office/drawing/2014/main" id="{37391F85-62E5-46EC-CAE2-AF529215AE2A}"/>
              </a:ext>
            </a:extLst>
          </p:cNvPr>
          <p:cNvSpPr/>
          <p:nvPr/>
        </p:nvSpPr>
        <p:spPr>
          <a:xfrm>
            <a:off x="4680347" y="1311451"/>
            <a:ext cx="1519014" cy="132680"/>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Voicemail Script</a:t>
            </a:r>
            <a:endParaRPr lang="en-US" sz="1000" dirty="0"/>
          </a:p>
        </p:txBody>
      </p:sp>
      <p:sp>
        <p:nvSpPr>
          <p:cNvPr id="12" name="Text 10">
            <a:extLst>
              <a:ext uri="{FF2B5EF4-FFF2-40B4-BE49-F238E27FC236}">
                <a16:creationId xmlns:a16="http://schemas.microsoft.com/office/drawing/2014/main" id="{8B717F42-CCD5-B258-6CA5-100AF5570060}"/>
              </a:ext>
            </a:extLst>
          </p:cNvPr>
          <p:cNvSpPr/>
          <p:nvPr/>
        </p:nvSpPr>
        <p:spPr>
          <a:xfrm>
            <a:off x="4680347" y="1495030"/>
            <a:ext cx="4011067" cy="835372"/>
          </a:xfrm>
          <a:prstGeom prst="rect">
            <a:avLst/>
          </a:prstGeom>
          <a:noFill/>
          <a:ln/>
        </p:spPr>
        <p:txBody>
          <a:bodyPr wrap="square" lIns="0" tIns="0" rIns="0" bIns="0" rtlCol="0" anchor="t"/>
          <a:lstStyle/>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Hi [Lisa,] this is [Evan Perkins] from HP Canada.</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I wanted to share a quick idea about [Cloud Migration], something we've seen help [Insurance teams] improve cybersecurity measures.</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If it's something you're exploring, I'd be happy to send over a short resource or set up a quick chat.</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You can reach me at [phone number].</a:t>
            </a:r>
            <a:endParaRPr lang="en-US" sz="800" dirty="0"/>
          </a:p>
          <a:p>
            <a:pPr marL="0" indent="0" algn="l">
              <a:lnSpc>
                <a:spcPct val="107000"/>
              </a:lnSpc>
              <a:buNone/>
            </a:pPr>
            <a:r>
              <a:rPr lang="en-US" sz="800" dirty="0">
                <a:solidFill>
                  <a:srgbClr val="000000"/>
                </a:solidFill>
                <a:latin typeface="HP Forma DJR Office" pitchFamily="34" charset="0"/>
                <a:ea typeface="HP Forma DJR Office" pitchFamily="34" charset="-122"/>
                <a:cs typeface="HP Forma DJR Office" pitchFamily="34" charset="-120"/>
              </a:rPr>
              <a:t>Again, it’s [Evan Perkins] with HP Canada. Hope we can connect soon.</a:t>
            </a:r>
            <a:endParaRPr lang="en-US" sz="800" dirty="0"/>
          </a:p>
        </p:txBody>
      </p:sp>
      <p:sp>
        <p:nvSpPr>
          <p:cNvPr id="13" name="Text 11">
            <a:extLst>
              <a:ext uri="{FF2B5EF4-FFF2-40B4-BE49-F238E27FC236}">
                <a16:creationId xmlns:a16="http://schemas.microsoft.com/office/drawing/2014/main" id="{1D458718-AFA6-8101-02DC-457E151C4EBD}"/>
              </a:ext>
            </a:extLst>
          </p:cNvPr>
          <p:cNvSpPr/>
          <p:nvPr/>
        </p:nvSpPr>
        <p:spPr>
          <a:xfrm>
            <a:off x="4675586" y="2728663"/>
            <a:ext cx="1519014" cy="132680"/>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P Forma DJR Office Medium" pitchFamily="34" charset="0"/>
                <a:ea typeface="HP Forma DJR Office Medium" pitchFamily="34" charset="-122"/>
                <a:cs typeface="HP Forma DJR Office Medium" pitchFamily="34" charset="-120"/>
              </a:rPr>
              <a:t>Objection Handling</a:t>
            </a:r>
            <a:endParaRPr lang="en-US" sz="1000" dirty="0"/>
          </a:p>
        </p:txBody>
      </p:sp>
      <p:sp>
        <p:nvSpPr>
          <p:cNvPr id="14" name="Text 12">
            <a:extLst>
              <a:ext uri="{FF2B5EF4-FFF2-40B4-BE49-F238E27FC236}">
                <a16:creationId xmlns:a16="http://schemas.microsoft.com/office/drawing/2014/main" id="{8097B717-A52E-9427-1DA6-C07FA08510E3}"/>
              </a:ext>
            </a:extLst>
          </p:cNvPr>
          <p:cNvSpPr/>
          <p:nvPr/>
        </p:nvSpPr>
        <p:spPr>
          <a:xfrm>
            <a:off x="4693447" y="2926047"/>
            <a:ext cx="4187429" cy="1487686"/>
          </a:xfrm>
          <a:prstGeom prst="rect">
            <a:avLst/>
          </a:prstGeom>
          <a:noFill/>
          <a:ln/>
        </p:spPr>
        <p:txBody>
          <a:bodyPr wrap="square" lIns="0" tIns="0" rIns="0" bIns="0" rtlCol="0" anchor="t">
            <a:noAutofit/>
          </a:bodyPr>
          <a:lstStyle/>
          <a:p>
            <a:pPr marL="0" indent="0" algn="l">
              <a:lnSpc>
                <a:spcPct val="107000"/>
              </a:lnSpc>
              <a:buNone/>
            </a:pPr>
            <a:r>
              <a:rPr lang="en-US" sz="800" b="1" dirty="0">
                <a:solidFill>
                  <a:srgbClr val="000000"/>
                </a:solidFill>
                <a:latin typeface="HP Forma DJR Office" pitchFamily="34" charset="0"/>
                <a:ea typeface="HP Forma DJR Office" pitchFamily="34" charset="-122"/>
                <a:cs typeface="HP Forma DJR Office" pitchFamily="34" charset="-120"/>
              </a:rPr>
              <a:t>Objection: I'm not interested.</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Totally understand. I'm not calling to sell anything. I just wanted to share a quick perspective we've seen make a difference for other teams in [Insurance]. Would you be open to looking at a short resource?</a:t>
            </a:r>
            <a:endParaRPr lang="en-US" sz="800" dirty="0"/>
          </a:p>
          <a:p>
            <a:pPr marL="0" indent="0" algn="l">
              <a:lnSpc>
                <a:spcPct val="107000"/>
              </a:lnSpc>
              <a:buNone/>
            </a:pPr>
            <a:r>
              <a:rPr lang="en-US" sz="800" b="1" dirty="0">
                <a:solidFill>
                  <a:srgbClr val="000000"/>
                </a:solidFill>
                <a:latin typeface="HP Forma DJR Office" pitchFamily="34" charset="0"/>
                <a:ea typeface="HP Forma DJR Office" pitchFamily="34" charset="-122"/>
                <a:cs typeface="HP Forma DJR Office" pitchFamily="34" charset="-120"/>
              </a:rPr>
              <a:t>Objection: We're already working with another vendor.</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That's great. A lot of teams we work with were in a similar position and just wanted to see if there were areas they could do things a bit more efficiently. Would it make sense to share a quick example?</a:t>
            </a:r>
            <a:endParaRPr lang="en-US" sz="800" dirty="0"/>
          </a:p>
          <a:p>
            <a:pPr marL="0" indent="0" algn="l">
              <a:lnSpc>
                <a:spcPct val="107000"/>
              </a:lnSpc>
              <a:buNone/>
            </a:pPr>
            <a:r>
              <a:rPr lang="en-US" sz="800" b="1" dirty="0">
                <a:solidFill>
                  <a:srgbClr val="000000"/>
                </a:solidFill>
                <a:latin typeface="HP Forma DJR Office" pitchFamily="34" charset="0"/>
                <a:ea typeface="HP Forma DJR Office" pitchFamily="34" charset="-122"/>
                <a:cs typeface="HP Forma DJR Office" pitchFamily="34" charset="-120"/>
              </a:rPr>
              <a:t>Objection: Now's not a good time.</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Of course. Is there a time when you will be available later this week? I can make it quick. 10 minutes tops.</a:t>
            </a:r>
            <a:endParaRPr lang="en-US" sz="800" dirty="0"/>
          </a:p>
          <a:p>
            <a:pPr marL="0" indent="0" algn="l">
              <a:lnSpc>
                <a:spcPct val="107000"/>
              </a:lnSpc>
              <a:buNone/>
            </a:pPr>
            <a:r>
              <a:rPr lang="en-US" sz="800" b="1" dirty="0">
                <a:solidFill>
                  <a:srgbClr val="000000"/>
                </a:solidFill>
                <a:latin typeface="HP Forma DJR Office" pitchFamily="34" charset="0"/>
                <a:ea typeface="HP Forma DJR Office" pitchFamily="34" charset="-122"/>
                <a:cs typeface="HP Forma DJR Office" pitchFamily="34" charset="-120"/>
              </a:rPr>
              <a:t>Objection: Send me something.</a:t>
            </a:r>
            <a:endParaRPr lang="en-US" sz="800" dirty="0"/>
          </a:p>
          <a:p>
            <a:pPr marL="0" indent="0" algn="l">
              <a:lnSpc>
                <a:spcPct val="107000"/>
              </a:lnSpc>
              <a:spcAft>
                <a:spcPts val="350"/>
              </a:spcAft>
              <a:buNone/>
            </a:pPr>
            <a:r>
              <a:rPr lang="en-US" sz="800" dirty="0">
                <a:solidFill>
                  <a:srgbClr val="000000"/>
                </a:solidFill>
                <a:latin typeface="HP Forma DJR Office" pitchFamily="34" charset="0"/>
                <a:ea typeface="HP Forma DJR Office" pitchFamily="34" charset="-122"/>
                <a:cs typeface="HP Forma DJR Office" pitchFamily="34" charset="-120"/>
              </a:rPr>
              <a:t>Absolutely. I'll send over a short piece on Cloud Migration. If it seems relevant, we can reconnect to see if there's a fit.</a:t>
            </a:r>
            <a:endParaRPr lang="en-US" sz="800" dirty="0"/>
          </a:p>
        </p:txBody>
      </p:sp>
      <p:pic>
        <p:nvPicPr>
          <p:cNvPr id="15" name="Image 0" descr="preencoded.png">
            <a:extLst>
              <a:ext uri="{FF2B5EF4-FFF2-40B4-BE49-F238E27FC236}">
                <a16:creationId xmlns:a16="http://schemas.microsoft.com/office/drawing/2014/main" id="{AF2C3C64-46FA-591B-9151-1A9A04DEE166}"/>
              </a:ext>
            </a:extLst>
          </p:cNvPr>
          <p:cNvPicPr>
            <a:picLocks noChangeAspect="1"/>
          </p:cNvPicPr>
          <p:nvPr/>
        </p:nvPicPr>
        <p:blipFill>
          <a:blip r:embed="rId2"/>
          <a:stretch>
            <a:fillRect/>
          </a:stretch>
        </p:blipFill>
        <p:spPr>
          <a:xfrm>
            <a:off x="259593" y="203728"/>
            <a:ext cx="952500" cy="952500"/>
          </a:xfrm>
          <a:prstGeom prst="rect">
            <a:avLst/>
          </a:prstGeom>
        </p:spPr>
      </p:pic>
      <p:pic>
        <p:nvPicPr>
          <p:cNvPr id="16" name="Image 1" descr="preencoded.png">
            <a:extLst>
              <a:ext uri="{FF2B5EF4-FFF2-40B4-BE49-F238E27FC236}">
                <a16:creationId xmlns:a16="http://schemas.microsoft.com/office/drawing/2014/main" id="{6C3B811D-0A4E-3271-000B-EF4F764AB422}"/>
              </a:ext>
            </a:extLst>
          </p:cNvPr>
          <p:cNvPicPr>
            <a:picLocks noChangeAspect="1"/>
          </p:cNvPicPr>
          <p:nvPr/>
        </p:nvPicPr>
        <p:blipFill>
          <a:blip r:embed="rId3"/>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1577564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E7228-0EEB-ECB6-CB3A-9A57E10EADF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0876725-65EE-6BB0-F9E9-47423F0CB18E}"/>
              </a:ext>
            </a:extLst>
          </p:cNvPr>
          <p:cNvPicPr>
            <a:picLocks noChangeAspect="1"/>
          </p:cNvPicPr>
          <p:nvPr/>
        </p:nvPicPr>
        <p:blipFill>
          <a:blip r:embed="rId3"/>
          <a:srcRect b="16216"/>
          <a:stretch>
            <a:fillRect/>
          </a:stretch>
        </p:blipFill>
        <p:spPr>
          <a:xfrm>
            <a:off x="5935980" y="1278240"/>
            <a:ext cx="3208020" cy="3865261"/>
          </a:xfrm>
          <a:prstGeom prst="rect">
            <a:avLst/>
          </a:prstGeom>
        </p:spPr>
      </p:pic>
      <p:sp>
        <p:nvSpPr>
          <p:cNvPr id="2" name="Text 1">
            <a:extLst>
              <a:ext uri="{FF2B5EF4-FFF2-40B4-BE49-F238E27FC236}">
                <a16:creationId xmlns:a16="http://schemas.microsoft.com/office/drawing/2014/main" id="{E3C08D88-2987-E0BE-7FB8-D653943E4A6D}"/>
              </a:ext>
            </a:extLst>
          </p:cNvPr>
          <p:cNvSpPr/>
          <p:nvPr/>
        </p:nvSpPr>
        <p:spPr>
          <a:xfrm>
            <a:off x="2283356" y="622652"/>
            <a:ext cx="4378747"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HP Forma DJR Office Medium" pitchFamily="34" charset="0"/>
                <a:ea typeface="HP Forma DJR Office Medium" pitchFamily="34" charset="-122"/>
                <a:cs typeface="HP Forma DJR Office Medium" pitchFamily="34" charset="-120"/>
              </a:rPr>
              <a:t>Feedback and Questions</a:t>
            </a:r>
            <a:endParaRPr lang="en-US" sz="2750" dirty="0"/>
          </a:p>
        </p:txBody>
      </p:sp>
      <p:sp>
        <p:nvSpPr>
          <p:cNvPr id="4" name="Text 2">
            <a:extLst>
              <a:ext uri="{FF2B5EF4-FFF2-40B4-BE49-F238E27FC236}">
                <a16:creationId xmlns:a16="http://schemas.microsoft.com/office/drawing/2014/main" id="{D1087CDA-669F-517A-92B4-945E82629EF4}"/>
              </a:ext>
            </a:extLst>
          </p:cNvPr>
          <p:cNvSpPr/>
          <p:nvPr/>
        </p:nvSpPr>
        <p:spPr>
          <a:xfrm>
            <a:off x="2283356" y="1278240"/>
            <a:ext cx="5865763" cy="2233887"/>
          </a:xfrm>
          <a:prstGeom prst="rect">
            <a:avLst/>
          </a:prstGeom>
          <a:noFill/>
          <a:ln/>
        </p:spPr>
        <p:txBody>
          <a:bodyPr wrap="square" lIns="0" tIns="0" rIns="0" bIns="0" rtlCol="0" anchor="t"/>
          <a:lstStyle/>
          <a:p>
            <a:pPr marL="0" indent="0" algn="l">
              <a:lnSpc>
                <a:spcPct val="133000"/>
              </a:lnSpc>
              <a:spcAft>
                <a:spcPts val="1250"/>
              </a:spcAft>
              <a:buNone/>
            </a:pPr>
            <a:r>
              <a:rPr lang="en-US" sz="1300" b="1" dirty="0">
                <a:solidFill>
                  <a:srgbClr val="000000"/>
                </a:solidFill>
                <a:latin typeface="HP Forma DJR Office" pitchFamily="34" charset="0"/>
                <a:ea typeface="HP Forma DJR Office" pitchFamily="34" charset="-122"/>
                <a:cs typeface="HP Forma DJR Office" pitchFamily="34" charset="-120"/>
              </a:rPr>
              <a:t>Let us know what you think.</a:t>
            </a:r>
            <a:endParaRPr lang="en-US" sz="1300" b="1" dirty="0"/>
          </a:p>
          <a:p>
            <a:pPr marL="0" indent="0" algn="l">
              <a:spcAft>
                <a:spcPts val="1250"/>
              </a:spcAft>
              <a:buNone/>
            </a:pPr>
            <a:r>
              <a:rPr lang="en-US" sz="1100" dirty="0">
                <a:solidFill>
                  <a:srgbClr val="000000"/>
                </a:solidFill>
                <a:latin typeface="HP Forma DJR Office" pitchFamily="34" charset="0"/>
                <a:ea typeface="HP Forma DJR Office" pitchFamily="34" charset="-122"/>
                <a:cs typeface="HP Forma DJR Office" pitchFamily="34" charset="-120"/>
              </a:rPr>
              <a:t>Your feedback helps us make future reports even more relevant and useful.</a:t>
            </a:r>
          </a:p>
          <a:p>
            <a:pPr marL="0" indent="0" algn="l">
              <a:spcAft>
                <a:spcPts val="1250"/>
              </a:spcAft>
              <a:buNone/>
            </a:pPr>
            <a:endParaRPr lang="en-US" sz="1100" dirty="0">
              <a:solidFill>
                <a:srgbClr val="000000"/>
              </a:solidFill>
              <a:latin typeface="HP Forma DJR Office" pitchFamily="34" charset="0"/>
            </a:endParaRPr>
          </a:p>
          <a:p>
            <a:pPr marL="0" indent="0" algn="l">
              <a:spcAft>
                <a:spcPts val="1250"/>
              </a:spcAft>
              <a:buNone/>
            </a:pPr>
            <a:r>
              <a:rPr lang="en-US" sz="1300" b="1" dirty="0">
                <a:solidFill>
                  <a:srgbClr val="000000"/>
                </a:solidFill>
                <a:latin typeface="HP Forma DJR Office" pitchFamily="34" charset="0"/>
              </a:rPr>
              <a:t>Share your thoughts.</a:t>
            </a:r>
          </a:p>
          <a:p>
            <a:pPr>
              <a:lnSpc>
                <a:spcPct val="133000"/>
              </a:lnSpc>
            </a:pPr>
            <a:r>
              <a:rPr lang="en-US" sz="1100" dirty="0">
                <a:solidFill>
                  <a:srgbClr val="000000"/>
                </a:solidFill>
                <a:latin typeface="HP Forma DJR Office" pitchFamily="34" charset="0"/>
                <a:ea typeface="HP Forma DJR Office" pitchFamily="34" charset="-122"/>
                <a:cs typeface="HP Forma DJR Office" pitchFamily="34" charset="-120"/>
              </a:rPr>
              <a:t>If you have any questions about this report, contact the HP Account Intelligence Desk at </a:t>
            </a:r>
            <a:r>
              <a:rPr lang="en-US" sz="1100" u="sng" dirty="0">
                <a:solidFill>
                  <a:srgbClr val="024AD8"/>
                </a:solidFill>
                <a:latin typeface="HP Forma DJR Office" pitchFamily="34" charset="0"/>
                <a:ea typeface="HP Forma DJR Office" pitchFamily="34" charset="-122"/>
                <a:cs typeface="HP Forma DJR Office" pitchFamily="34" charset="-120"/>
                <a:hlinkClick r:id="rId4">
                  <a:extLst>
                    <a:ext uri="{A12FA001-AC4F-418D-AE19-62706E023703}">
                      <ahyp:hlinkClr xmlns:ahyp="http://schemas.microsoft.com/office/drawing/2018/hyperlinkcolor" val="tx"/>
                    </a:ext>
                  </a:extLst>
                </a:hlinkClick>
              </a:rPr>
              <a:t>hpdesksupport@campaignhubs.com</a:t>
            </a:r>
            <a:r>
              <a:rPr lang="en-US" sz="1100" dirty="0">
                <a:solidFill>
                  <a:srgbClr val="000000"/>
                </a:solidFill>
                <a:latin typeface="HP Forma DJR Office" pitchFamily="34" charset="0"/>
                <a:ea typeface="HP Forma DJR Office" pitchFamily="34" charset="-122"/>
                <a:cs typeface="HP Forma DJR Office" pitchFamily="34" charset="-120"/>
              </a:rPr>
              <a:t>.</a:t>
            </a:r>
            <a:endParaRPr lang="en-US" sz="1100" dirty="0"/>
          </a:p>
        </p:txBody>
      </p:sp>
      <p:pic>
        <p:nvPicPr>
          <p:cNvPr id="9" name="Image 0" descr="preencoded.png">
            <a:extLst>
              <a:ext uri="{FF2B5EF4-FFF2-40B4-BE49-F238E27FC236}">
                <a16:creationId xmlns:a16="http://schemas.microsoft.com/office/drawing/2014/main" id="{B5E1E7FE-0289-E016-F294-5C87A24C879C}"/>
              </a:ext>
            </a:extLst>
          </p:cNvPr>
          <p:cNvPicPr>
            <a:picLocks noChangeAspect="1"/>
          </p:cNvPicPr>
          <p:nvPr/>
        </p:nvPicPr>
        <p:blipFill>
          <a:blip r:embed="rId5"/>
          <a:stretch>
            <a:fillRect/>
          </a:stretch>
        </p:blipFill>
        <p:spPr>
          <a:xfrm>
            <a:off x="410440" y="1494559"/>
            <a:ext cx="1317914" cy="1317914"/>
          </a:xfrm>
          <a:prstGeom prst="rect">
            <a:avLst/>
          </a:prstGeom>
        </p:spPr>
      </p:pic>
      <p:pic>
        <p:nvPicPr>
          <p:cNvPr id="5" name="Image 1" descr="preencoded.png">
            <a:extLst>
              <a:ext uri="{FF2B5EF4-FFF2-40B4-BE49-F238E27FC236}">
                <a16:creationId xmlns:a16="http://schemas.microsoft.com/office/drawing/2014/main" id="{65AF56A6-D593-2417-ABE5-C72B1D44DE11}"/>
              </a:ext>
            </a:extLst>
          </p:cNvPr>
          <p:cNvPicPr>
            <a:picLocks noChangeAspect="1"/>
          </p:cNvPicPr>
          <p:nvPr/>
        </p:nvPicPr>
        <p:blipFill>
          <a:blip r:embed="rId6"/>
          <a:stretch>
            <a:fillRect/>
          </a:stretch>
        </p:blipFill>
        <p:spPr>
          <a:xfrm>
            <a:off x="8761884" y="4760714"/>
            <a:ext cx="282922" cy="283518"/>
          </a:xfrm>
          <a:prstGeom prst="rect">
            <a:avLst/>
          </a:prstGeom>
        </p:spPr>
      </p:pic>
    </p:spTree>
    <p:extLst>
      <p:ext uri="{BB962C8B-B14F-4D97-AF65-F5344CB8AC3E}">
        <p14:creationId xmlns:p14="http://schemas.microsoft.com/office/powerpoint/2010/main" val="265937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A678A-4F95-B4F0-EF31-AD22C0484B21}"/>
            </a:ext>
          </a:extLst>
        </p:cNvPr>
        <p:cNvGrpSpPr/>
        <p:nvPr/>
      </p:nvGrpSpPr>
      <p:grpSpPr>
        <a:xfrm>
          <a:off x="0" y="0"/>
          <a:ext cx="0" cy="0"/>
          <a:chOff x="0" y="0"/>
          <a:chExt cx="0" cy="0"/>
        </a:xfrm>
      </p:grpSpPr>
    </p:spTree>
    <p:extLst>
      <p:ext uri="{BB962C8B-B14F-4D97-AF65-F5344CB8AC3E}">
        <p14:creationId xmlns:p14="http://schemas.microsoft.com/office/powerpoint/2010/main" val="69006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P 2025">
      <a:majorFont>
        <a:latin typeface="HP Forma DJR Office Medium"/>
        <a:ea typeface=""/>
        <a:cs typeface=""/>
      </a:majorFont>
      <a:minorFont>
        <a:latin typeface="HP Forma DJR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HP 2023 Core Blue Template">
  <a:themeElements>
    <a:clrScheme name="Custom 1">
      <a:dk1>
        <a:srgbClr val="000000"/>
      </a:dk1>
      <a:lt1>
        <a:srgbClr val="FFFFFF"/>
      </a:lt1>
      <a:dk2>
        <a:srgbClr val="568392"/>
      </a:dk2>
      <a:lt2>
        <a:srgbClr val="FF5050"/>
      </a:lt2>
      <a:accent1>
        <a:srgbClr val="A5A3A3"/>
      </a:accent1>
      <a:accent2>
        <a:srgbClr val="A5A3A3"/>
      </a:accent2>
      <a:accent3>
        <a:srgbClr val="0249D6"/>
      </a:accent3>
      <a:accent4>
        <a:srgbClr val="0249D6"/>
      </a:accent4>
      <a:accent5>
        <a:srgbClr val="0249D6"/>
      </a:accent5>
      <a:accent6>
        <a:srgbClr val="0249D6"/>
      </a:accent6>
      <a:hlink>
        <a:srgbClr val="000000"/>
      </a:hlink>
      <a:folHlink>
        <a:srgbClr val="000000"/>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w="158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txDef>
  </a:objectDefaults>
  <a:extraClrSchemeLst/>
  <a:custClrLst>
    <a:custClr name="HP Warning Red">
      <a:srgbClr val="FF3900"/>
    </a:custClr>
    <a:custClr name="HP Orange">
      <a:srgbClr val="FF8900"/>
    </a:custClr>
    <a:custClr name="HP Corn">
      <a:srgbClr val="FFE137"/>
    </a:custClr>
    <a:custClr name="HP Emerald Green">
      <a:srgbClr val="00D072"/>
    </a:custClr>
    <a:custClr name="HP Corporate Blue">
      <a:srgbClr val="0096D6"/>
    </a:custClr>
    <a:custClr name="HP Standard Gray (photo background)">
      <a:srgbClr val="E6E6E6"/>
    </a:custClr>
    <a:custClr name="HP Standard Cream (text background)">
      <a:srgbClr val="F2EBDC"/>
    </a:custClr>
  </a:custClrLst>
  <a:extLst>
    <a:ext uri="{05A4C25C-085E-4340-85A3-A5531E510DB2}">
      <thm15:themeFamily xmlns:thm15="http://schemas.microsoft.com/office/thememl/2012/main" name="Presentation3" id="{0D302E61-7B99-4603-9380-CEFEC4CF73A1}" vid="{F90568C2-0FD9-403E-B83A-BD795A1763F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3a5ea48-e7a5-4b9c-9ee3-edfb2de3681e" xsi:nil="true"/>
    <lcf76f155ced4ddcb4097134ff3c332f xmlns="2c61a866-69d6-4b0e-b1fd-60dfb8653f1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EAB1DB28294FC4F99768AB4BF11A8C5" ma:contentTypeVersion="19" ma:contentTypeDescription="Create a new document." ma:contentTypeScope="" ma:versionID="ae1f5ddf0834c83e4621f5c6043bd2aa">
  <xsd:schema xmlns:xsd="http://www.w3.org/2001/XMLSchema" xmlns:xs="http://www.w3.org/2001/XMLSchema" xmlns:p="http://schemas.microsoft.com/office/2006/metadata/properties" xmlns:ns2="2c61a866-69d6-4b0e-b1fd-60dfb8653f18" xmlns:ns3="f3a5ea48-e7a5-4b9c-9ee3-edfb2de3681e" targetNamespace="http://schemas.microsoft.com/office/2006/metadata/properties" ma:root="true" ma:fieldsID="d0f2be050294fddc8f54bedc5f20d15a" ns2:_="" ns3:_="">
    <xsd:import namespace="2c61a866-69d6-4b0e-b1fd-60dfb8653f18"/>
    <xsd:import namespace="f3a5ea48-e7a5-4b9c-9ee3-edfb2de368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61a866-69d6-4b0e-b1fd-60dfb8653f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c158640-9b5f-4d77-90b2-c53fa8b4ec77"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a5ea48-e7a5-4b9c-9ee3-edfb2de368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530df63-3bd9-45f7-81d9-e55a0494dcce}" ma:internalName="TaxCatchAll" ma:showField="CatchAllData" ma:web="f3a5ea48-e7a5-4b9c-9ee3-edfb2de368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CB50E-7695-4B96-AA99-B7CCA6EAB0F2}">
  <ds:schemaRefs>
    <ds:schemaRef ds:uri="http://schemas.microsoft.com/office/2006/metadata/properties"/>
    <ds:schemaRef ds:uri="http://purl.org/dc/dcmitype/"/>
    <ds:schemaRef ds:uri="http://purl.org/dc/elements/1.1/"/>
    <ds:schemaRef ds:uri="f3a5ea48-e7a5-4b9c-9ee3-edfb2de3681e"/>
    <ds:schemaRef ds:uri="http://www.w3.org/XML/1998/namespace"/>
    <ds:schemaRef ds:uri="2c61a866-69d6-4b0e-b1fd-60dfb8653f18"/>
    <ds:schemaRef ds:uri="http://schemas.microsoft.com/office/2006/documentManagement/typ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478B67EA-CC0B-4B59-98AF-1192D88F3450}">
  <ds:schemaRefs>
    <ds:schemaRef ds:uri="2c61a866-69d6-4b0e-b1fd-60dfb8653f18"/>
    <ds:schemaRef ds:uri="f3a5ea48-e7a5-4b9c-9ee3-edfb2de368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7652C89-3680-4311-ABEF-2565DB92B4AC}">
  <ds:schemaRefs>
    <ds:schemaRef ds:uri="http://schemas.microsoft.com/sharepoint/v3/contenttype/forms"/>
  </ds:schemaRefs>
</ds:datastoreItem>
</file>

<file path=docMetadata/LabelInfo.xml><?xml version="1.0" encoding="utf-8"?>
<clbl:labelList xmlns:clbl="http://schemas.microsoft.com/office/2020/mipLabelMetadata">
  <clbl:label id="{4db389e0-d626-458f-bf1e-1714f5475eb9}" enabled="0" method="" siteId="{4db389e0-d626-458f-bf1e-1714f5475eb9}" removed="1"/>
</clbl:labelList>
</file>

<file path=docProps/app.xml><?xml version="1.0" encoding="utf-8"?>
<Properties xmlns="http://schemas.openxmlformats.org/officeDocument/2006/extended-properties" xmlns:vt="http://schemas.openxmlformats.org/officeDocument/2006/docPropsVTypes">
  <TotalTime>3586</TotalTime>
  <Words>2153</Words>
  <Application>Microsoft Office PowerPoint</Application>
  <PresentationFormat>On-screen Show (16:9)</PresentationFormat>
  <Paragraphs>188</Paragraphs>
  <Slides>14</Slides>
  <Notes>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Forma DJR Micro</vt:lpstr>
      <vt:lpstr>Arial</vt:lpstr>
      <vt:lpstr>HP Forma DJR Office</vt:lpstr>
      <vt:lpstr>Forma DJR Display</vt:lpstr>
      <vt:lpstr>HP Forma DJR Office Medium</vt:lpstr>
      <vt:lpstr>Aptos</vt:lpstr>
      <vt:lpstr>Office Theme</vt:lpstr>
      <vt:lpstr>1_Office Theme</vt:lpstr>
      <vt:lpstr>HP 2023 Core Blue Template</vt:lpstr>
      <vt:lpstr>Account Intelligence Report: [Aviva Canada]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Aaron Vardon</cp:lastModifiedBy>
  <cp:revision>2</cp:revision>
  <dcterms:created xsi:type="dcterms:W3CDTF">2026-05-21T14:22:16Z</dcterms:created>
  <dcterms:modified xsi:type="dcterms:W3CDTF">2026-06-16T17:56:19Z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0x010100FEAB1DB28294FC4F99768AB4BF11A8C5</vt:lpwstr>
  </property>
  <property fmtid="{D5CDD505-2E9C-101B-9397-08002B2CF9AE}" pid="3" name="MediaServiceImageTags">
    <vt:lpwstr/>
  </property>
</Properties>
</file>